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39" d="100"/>
          <a:sy n="39" d="100"/>
        </p:scale>
        <p:origin x="964" y="34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8382084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926493164"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084853287"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73566554"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83207113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340753474"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49727" name="Slide Image Placeholder 1"/>
          <p:cNvSpPr>
            <a:spLocks noChangeAspect="1" noGrp="1" noRot="1"/>
          </p:cNvSpPr>
          <p:nvPr>
            <p:ph type="sldImg"/>
          </p:nvPr>
        </p:nvSpPr>
        <p:spPr bwMode="auto"/>
      </p:sp>
      <p:sp>
        <p:nvSpPr>
          <p:cNvPr id="562595351" name="Notes Placeholder 2"/>
          <p:cNvSpPr>
            <a:spLocks noGrp="1"/>
          </p:cNvSpPr>
          <p:nvPr>
            <p:ph type="body" idx="1"/>
          </p:nvPr>
        </p:nvSpPr>
        <p:spPr bwMode="auto"/>
        <p:txBody>
          <a:bodyPr/>
          <a:lstStyle/>
          <a:p>
            <a:pPr>
              <a:defRPr/>
            </a:pPr>
            <a:endParaRPr/>
          </a:p>
        </p:txBody>
      </p:sp>
      <p:sp>
        <p:nvSpPr>
          <p:cNvPr id="761506239" name="Slide Number Placeholder 3"/>
          <p:cNvSpPr>
            <a:spLocks noGrp="1"/>
          </p:cNvSpPr>
          <p:nvPr>
            <p:ph type="sldNum" sz="quarter" idx="10"/>
          </p:nvPr>
        </p:nvSpPr>
        <p:spPr bwMode="auto"/>
        <p:txBody>
          <a:bodyPr/>
          <a:lstStyle/>
          <a:p>
            <a:pPr>
              <a:defRPr/>
            </a:pPr>
            <a:fld id="{06CF9C86-7223-45F0-792E-5F1583B21765}"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6685597" name="Slide Image Placeholder 1"/>
          <p:cNvSpPr>
            <a:spLocks noChangeAspect="1" noGrp="1" noRot="1"/>
          </p:cNvSpPr>
          <p:nvPr>
            <p:ph type="sldImg"/>
          </p:nvPr>
        </p:nvSpPr>
        <p:spPr bwMode="auto"/>
      </p:sp>
      <p:sp>
        <p:nvSpPr>
          <p:cNvPr id="1728533446" name="Notes Placeholder 2"/>
          <p:cNvSpPr>
            <a:spLocks noGrp="1"/>
          </p:cNvSpPr>
          <p:nvPr>
            <p:ph type="body" idx="1"/>
          </p:nvPr>
        </p:nvSpPr>
        <p:spPr bwMode="auto"/>
        <p:txBody>
          <a:bodyPr/>
          <a:lstStyle/>
          <a:p>
            <a:pPr>
              <a:defRPr/>
            </a:pPr>
            <a:endParaRPr/>
          </a:p>
        </p:txBody>
      </p:sp>
      <p:sp>
        <p:nvSpPr>
          <p:cNvPr id="293885015" name="Slide Number Placeholder 3"/>
          <p:cNvSpPr>
            <a:spLocks noGrp="1"/>
          </p:cNvSpPr>
          <p:nvPr>
            <p:ph type="sldNum" sz="quarter" idx="10"/>
          </p:nvPr>
        </p:nvSpPr>
        <p:spPr bwMode="auto"/>
        <p:txBody>
          <a:bodyPr/>
          <a:lstStyle/>
          <a:p>
            <a:pPr>
              <a:defRPr/>
            </a:pPr>
            <a:fld id="{FD944A01-4A1B-26A1-0871-53980C395A8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6787085" name="Slide Image Placeholder 1"/>
          <p:cNvSpPr>
            <a:spLocks noChangeAspect="1" noGrp="1" noRot="1"/>
          </p:cNvSpPr>
          <p:nvPr>
            <p:ph type="sldImg"/>
          </p:nvPr>
        </p:nvSpPr>
        <p:spPr bwMode="auto"/>
      </p:sp>
      <p:sp>
        <p:nvSpPr>
          <p:cNvPr id="1702161736" name="Notes Placeholder 2"/>
          <p:cNvSpPr>
            <a:spLocks noGrp="1"/>
          </p:cNvSpPr>
          <p:nvPr>
            <p:ph type="body" idx="1"/>
          </p:nvPr>
        </p:nvSpPr>
        <p:spPr bwMode="auto"/>
        <p:txBody>
          <a:bodyPr/>
          <a:lstStyle/>
          <a:p>
            <a:pPr>
              <a:defRPr/>
            </a:pPr>
            <a:endParaRPr/>
          </a:p>
        </p:txBody>
      </p:sp>
      <p:sp>
        <p:nvSpPr>
          <p:cNvPr id="128039244" name="Slide Number Placeholder 3"/>
          <p:cNvSpPr>
            <a:spLocks noGrp="1"/>
          </p:cNvSpPr>
          <p:nvPr>
            <p:ph type="sldNum" sz="quarter" idx="10"/>
          </p:nvPr>
        </p:nvSpPr>
        <p:spPr bwMode="auto"/>
        <p:txBody>
          <a:bodyPr/>
          <a:lstStyle/>
          <a:p>
            <a:pPr>
              <a:defRPr/>
            </a:pPr>
            <a:fld id="{0D0BF337-0244-C48D-01DE-59544CE3818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0781189" name="Slide Image Placeholder 1"/>
          <p:cNvSpPr>
            <a:spLocks noChangeAspect="1" noGrp="1" noRot="1"/>
          </p:cNvSpPr>
          <p:nvPr>
            <p:ph type="sldImg"/>
          </p:nvPr>
        </p:nvSpPr>
        <p:spPr bwMode="auto"/>
      </p:sp>
      <p:sp>
        <p:nvSpPr>
          <p:cNvPr id="1364567013" name="Notes Placeholder 2"/>
          <p:cNvSpPr>
            <a:spLocks noGrp="1"/>
          </p:cNvSpPr>
          <p:nvPr>
            <p:ph type="body" idx="1"/>
          </p:nvPr>
        </p:nvSpPr>
        <p:spPr bwMode="auto"/>
        <p:txBody>
          <a:bodyPr/>
          <a:lstStyle/>
          <a:p>
            <a:pPr>
              <a:defRPr/>
            </a:pPr>
            <a:endParaRPr/>
          </a:p>
        </p:txBody>
      </p:sp>
      <p:sp>
        <p:nvSpPr>
          <p:cNvPr id="344139265" name="Slide Number Placeholder 3"/>
          <p:cNvSpPr>
            <a:spLocks noGrp="1"/>
          </p:cNvSpPr>
          <p:nvPr>
            <p:ph type="sldNum" sz="quarter" idx="10"/>
          </p:nvPr>
        </p:nvSpPr>
        <p:spPr bwMode="auto"/>
        <p:txBody>
          <a:bodyPr/>
          <a:lstStyle/>
          <a:p>
            <a:pPr>
              <a:defRPr/>
            </a:pPr>
            <a:fld id="{DD734A6C-D3F9-5673-ECAB-EBFE4EBA404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113404" name="Slide Image Placeholder 1"/>
          <p:cNvSpPr>
            <a:spLocks noChangeAspect="1" noGrp="1" noRot="1"/>
          </p:cNvSpPr>
          <p:nvPr>
            <p:ph type="sldImg"/>
          </p:nvPr>
        </p:nvSpPr>
        <p:spPr bwMode="auto"/>
      </p:sp>
      <p:sp>
        <p:nvSpPr>
          <p:cNvPr id="444131038" name="Notes Placeholder 2"/>
          <p:cNvSpPr>
            <a:spLocks noGrp="1"/>
          </p:cNvSpPr>
          <p:nvPr>
            <p:ph type="body" idx="1"/>
          </p:nvPr>
        </p:nvSpPr>
        <p:spPr bwMode="auto"/>
        <p:txBody>
          <a:bodyPr/>
          <a:lstStyle/>
          <a:p>
            <a:pPr>
              <a:defRPr/>
            </a:pPr>
            <a:endParaRPr/>
          </a:p>
        </p:txBody>
      </p:sp>
      <p:sp>
        <p:nvSpPr>
          <p:cNvPr id="1591264221" name="Slide Number Placeholder 3"/>
          <p:cNvSpPr>
            <a:spLocks noGrp="1"/>
          </p:cNvSpPr>
          <p:nvPr>
            <p:ph type="sldNum" sz="quarter" idx="10"/>
          </p:nvPr>
        </p:nvSpPr>
        <p:spPr bwMode="auto"/>
        <p:txBody>
          <a:bodyPr/>
          <a:lstStyle/>
          <a:p>
            <a:pPr>
              <a:defRPr/>
            </a:pPr>
            <a:fld id="{924C1CC8-040C-DAD5-7C18-72F5A8F32070}"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0098153" name="Slide Image Placeholder 1"/>
          <p:cNvSpPr>
            <a:spLocks noChangeAspect="1" noGrp="1" noRot="1"/>
          </p:cNvSpPr>
          <p:nvPr>
            <p:ph type="sldImg"/>
          </p:nvPr>
        </p:nvSpPr>
        <p:spPr bwMode="auto"/>
      </p:sp>
      <p:sp>
        <p:nvSpPr>
          <p:cNvPr id="98651828" name="Notes Placeholder 2"/>
          <p:cNvSpPr>
            <a:spLocks noGrp="1"/>
          </p:cNvSpPr>
          <p:nvPr>
            <p:ph type="body" idx="1"/>
          </p:nvPr>
        </p:nvSpPr>
        <p:spPr bwMode="auto"/>
        <p:txBody>
          <a:bodyPr/>
          <a:lstStyle/>
          <a:p>
            <a:pPr>
              <a:defRPr/>
            </a:pPr>
            <a:endParaRPr/>
          </a:p>
        </p:txBody>
      </p:sp>
      <p:sp>
        <p:nvSpPr>
          <p:cNvPr id="1519749012" name="Slide Number Placeholder 3"/>
          <p:cNvSpPr>
            <a:spLocks noGrp="1"/>
          </p:cNvSpPr>
          <p:nvPr>
            <p:ph type="sldNum" sz="quarter" idx="10"/>
          </p:nvPr>
        </p:nvSpPr>
        <p:spPr bwMode="auto"/>
        <p:txBody>
          <a:bodyPr/>
          <a:lstStyle/>
          <a:p>
            <a:pPr>
              <a:defRPr/>
            </a:pPr>
            <a:fld id="{9266087C-6ECC-7E74-1AC2-2F12FF8A9D0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306465993"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953647296"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41487917" name="Date Placeholder 3"/>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319680426" name="Footer Placeholder 4"/>
          <p:cNvSpPr>
            <a:spLocks noGrp="1"/>
          </p:cNvSpPr>
          <p:nvPr>
            <p:ph type="ftr" sz="quarter" idx="11"/>
          </p:nvPr>
        </p:nvSpPr>
        <p:spPr bwMode="auto"/>
        <p:txBody>
          <a:bodyPr/>
          <a:lstStyle/>
          <a:p>
            <a:pPr>
              <a:defRPr/>
            </a:pPr>
            <a:endParaRPr lang="en-US"/>
          </a:p>
        </p:txBody>
      </p:sp>
      <p:sp>
        <p:nvSpPr>
          <p:cNvPr id="1323353232"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651901629" name="Title 1"/>
          <p:cNvSpPr>
            <a:spLocks noGrp="1"/>
          </p:cNvSpPr>
          <p:nvPr>
            <p:ph type="title"/>
          </p:nvPr>
        </p:nvSpPr>
        <p:spPr bwMode="auto"/>
        <p:txBody>
          <a:bodyPr/>
          <a:lstStyle/>
          <a:p>
            <a:pPr>
              <a:defRPr/>
            </a:pPr>
            <a:r>
              <a:rPr lang="en-US"/>
              <a:t>Click to edit Master title style</a:t>
            </a:r>
            <a:endParaRPr/>
          </a:p>
        </p:txBody>
      </p:sp>
      <p:sp>
        <p:nvSpPr>
          <p:cNvPr id="99416552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66555761" name="Date Placeholder 3"/>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1070198863" name="Footer Placeholder 4"/>
          <p:cNvSpPr>
            <a:spLocks noGrp="1"/>
          </p:cNvSpPr>
          <p:nvPr>
            <p:ph type="ftr" sz="quarter" idx="11"/>
          </p:nvPr>
        </p:nvSpPr>
        <p:spPr bwMode="auto"/>
        <p:txBody>
          <a:bodyPr/>
          <a:lstStyle/>
          <a:p>
            <a:pPr>
              <a:defRPr/>
            </a:pPr>
            <a:endParaRPr lang="en-US"/>
          </a:p>
        </p:txBody>
      </p:sp>
      <p:sp>
        <p:nvSpPr>
          <p:cNvPr id="1942333592"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904481995"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56211872"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362004434" name="Date Placeholder 3"/>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780154432" name="Footer Placeholder 4"/>
          <p:cNvSpPr>
            <a:spLocks noGrp="1"/>
          </p:cNvSpPr>
          <p:nvPr>
            <p:ph type="ftr" sz="quarter" idx="11"/>
          </p:nvPr>
        </p:nvSpPr>
        <p:spPr bwMode="auto"/>
        <p:txBody>
          <a:bodyPr/>
          <a:lstStyle/>
          <a:p>
            <a:pPr>
              <a:defRPr/>
            </a:pPr>
            <a:endParaRPr lang="en-US"/>
          </a:p>
        </p:txBody>
      </p:sp>
      <p:sp>
        <p:nvSpPr>
          <p:cNvPr id="153515895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273945635" name="Title 1"/>
          <p:cNvSpPr>
            <a:spLocks noGrp="1"/>
          </p:cNvSpPr>
          <p:nvPr>
            <p:ph type="title"/>
          </p:nvPr>
        </p:nvSpPr>
        <p:spPr bwMode="auto"/>
        <p:txBody>
          <a:bodyPr/>
          <a:lstStyle/>
          <a:p>
            <a:pPr>
              <a:defRPr/>
            </a:pPr>
            <a:r>
              <a:rPr lang="en-US"/>
              <a:t>Click to edit Master title style</a:t>
            </a:r>
            <a:endParaRPr/>
          </a:p>
        </p:txBody>
      </p:sp>
      <p:sp>
        <p:nvSpPr>
          <p:cNvPr id="318930075"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8659553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57024229" name="Date Placeholder 4"/>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138776263" name="Footer Placeholder 5"/>
          <p:cNvSpPr>
            <a:spLocks noGrp="1"/>
          </p:cNvSpPr>
          <p:nvPr>
            <p:ph type="ftr" sz="quarter" idx="11"/>
          </p:nvPr>
        </p:nvSpPr>
        <p:spPr bwMode="auto"/>
        <p:txBody>
          <a:bodyPr/>
          <a:lstStyle/>
          <a:p>
            <a:pPr>
              <a:defRPr/>
            </a:pPr>
            <a:endParaRPr lang="en-US"/>
          </a:p>
        </p:txBody>
      </p:sp>
      <p:sp>
        <p:nvSpPr>
          <p:cNvPr id="42718207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56387759"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835140382"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36371375"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9364064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08737608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00164740" name="Date Placeholder 6"/>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257919105" name="Footer Placeholder 7"/>
          <p:cNvSpPr>
            <a:spLocks noGrp="1"/>
          </p:cNvSpPr>
          <p:nvPr>
            <p:ph type="ftr" sz="quarter" idx="11"/>
          </p:nvPr>
        </p:nvSpPr>
        <p:spPr bwMode="auto"/>
        <p:txBody>
          <a:bodyPr/>
          <a:lstStyle/>
          <a:p>
            <a:pPr>
              <a:defRPr/>
            </a:pPr>
            <a:endParaRPr lang="en-US"/>
          </a:p>
        </p:txBody>
      </p:sp>
      <p:sp>
        <p:nvSpPr>
          <p:cNvPr id="1272629305"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620512455" name="Title 1"/>
          <p:cNvSpPr>
            <a:spLocks noGrp="1"/>
          </p:cNvSpPr>
          <p:nvPr>
            <p:ph type="title"/>
          </p:nvPr>
        </p:nvSpPr>
        <p:spPr bwMode="auto"/>
        <p:txBody>
          <a:bodyPr/>
          <a:lstStyle/>
          <a:p>
            <a:pPr>
              <a:defRPr/>
            </a:pPr>
            <a:r>
              <a:rPr lang="en-US"/>
              <a:t>Click to edit Master title style</a:t>
            </a:r>
            <a:endParaRPr/>
          </a:p>
        </p:txBody>
      </p:sp>
      <p:sp>
        <p:nvSpPr>
          <p:cNvPr id="637246109" name="Date Placeholder 2"/>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798946082" name="Footer Placeholder 3"/>
          <p:cNvSpPr>
            <a:spLocks noGrp="1"/>
          </p:cNvSpPr>
          <p:nvPr>
            <p:ph type="ftr" sz="quarter" idx="11"/>
          </p:nvPr>
        </p:nvSpPr>
        <p:spPr bwMode="auto"/>
        <p:txBody>
          <a:bodyPr/>
          <a:lstStyle/>
          <a:p>
            <a:pPr>
              <a:defRPr/>
            </a:pPr>
            <a:endParaRPr lang="en-US"/>
          </a:p>
        </p:txBody>
      </p:sp>
      <p:sp>
        <p:nvSpPr>
          <p:cNvPr id="1532642550"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430168058" name="Date Placeholder 1"/>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1604761395" name="Footer Placeholder 2"/>
          <p:cNvSpPr>
            <a:spLocks noGrp="1"/>
          </p:cNvSpPr>
          <p:nvPr>
            <p:ph type="ftr" sz="quarter" idx="11"/>
          </p:nvPr>
        </p:nvSpPr>
        <p:spPr bwMode="auto"/>
        <p:txBody>
          <a:bodyPr/>
          <a:lstStyle/>
          <a:p>
            <a:pPr>
              <a:defRPr/>
            </a:pPr>
            <a:endParaRPr lang="en-US"/>
          </a:p>
        </p:txBody>
      </p:sp>
      <p:sp>
        <p:nvSpPr>
          <p:cNvPr id="2044611150"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30196763"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2012175717"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30257875"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379419979" name="Date Placeholder 4"/>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1719542622" name="Footer Placeholder 5"/>
          <p:cNvSpPr>
            <a:spLocks noGrp="1"/>
          </p:cNvSpPr>
          <p:nvPr>
            <p:ph type="ftr" sz="quarter" idx="11"/>
          </p:nvPr>
        </p:nvSpPr>
        <p:spPr bwMode="auto"/>
        <p:txBody>
          <a:bodyPr/>
          <a:lstStyle/>
          <a:p>
            <a:pPr>
              <a:defRPr/>
            </a:pPr>
            <a:endParaRPr lang="en-US"/>
          </a:p>
        </p:txBody>
      </p:sp>
      <p:sp>
        <p:nvSpPr>
          <p:cNvPr id="106570258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93603121"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136094813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3088703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45958920" name="Date Placeholder 4"/>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2117025269" name="Footer Placeholder 5"/>
          <p:cNvSpPr>
            <a:spLocks noGrp="1"/>
          </p:cNvSpPr>
          <p:nvPr>
            <p:ph type="ftr" sz="quarter" idx="11"/>
          </p:nvPr>
        </p:nvSpPr>
        <p:spPr bwMode="auto"/>
        <p:txBody>
          <a:bodyPr/>
          <a:lstStyle/>
          <a:p>
            <a:pPr>
              <a:defRPr/>
            </a:pPr>
            <a:endParaRPr lang="en-US"/>
          </a:p>
        </p:txBody>
      </p:sp>
      <p:sp>
        <p:nvSpPr>
          <p:cNvPr id="25865734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97930773" name="Title 1"/>
          <p:cNvSpPr>
            <a:spLocks noGrp="1"/>
          </p:cNvSpPr>
          <p:nvPr>
            <p:ph type="title"/>
          </p:nvPr>
        </p:nvSpPr>
        <p:spPr bwMode="auto"/>
        <p:txBody>
          <a:bodyPr/>
          <a:lstStyle/>
          <a:p>
            <a:pPr>
              <a:defRPr/>
            </a:pPr>
            <a:r>
              <a:rPr lang="en-US"/>
              <a:t>Click to edit Master title style</a:t>
            </a:r>
            <a:endParaRPr/>
          </a:p>
        </p:txBody>
      </p:sp>
      <p:sp>
        <p:nvSpPr>
          <p:cNvPr id="100679142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46765080" name="Date Placeholder 3"/>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1869576917" name="Footer Placeholder 4"/>
          <p:cNvSpPr>
            <a:spLocks noGrp="1"/>
          </p:cNvSpPr>
          <p:nvPr>
            <p:ph type="ftr" sz="quarter" idx="11"/>
          </p:nvPr>
        </p:nvSpPr>
        <p:spPr bwMode="auto"/>
        <p:txBody>
          <a:bodyPr/>
          <a:lstStyle/>
          <a:p>
            <a:pPr>
              <a:defRPr/>
            </a:pPr>
            <a:endParaRPr lang="en-US"/>
          </a:p>
        </p:txBody>
      </p:sp>
      <p:sp>
        <p:nvSpPr>
          <p:cNvPr id="108353794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53747155"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1286781235"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35853614" name="Date Placeholder 3"/>
          <p:cNvSpPr>
            <a:spLocks noGrp="1"/>
          </p:cNvSpPr>
          <p:nvPr>
            <p:ph type="dt" sz="half" idx="10"/>
          </p:nvPr>
        </p:nvSpPr>
        <p:spPr bwMode="auto"/>
        <p:txBody>
          <a:bodyPr/>
          <a:lstStyle/>
          <a:p>
            <a:pPr>
              <a:defRPr/>
            </a:pPr>
            <a:fld id="{1D8BD707-D9CF-40AE-B4C6-C98DA3205C09}" type="datetimeFigureOut">
              <a:rPr lang="en-US"/>
              <a:t>1/22/2026</a:t>
            </a:fld>
            <a:endParaRPr lang="en-US"/>
          </a:p>
        </p:txBody>
      </p:sp>
      <p:sp>
        <p:nvSpPr>
          <p:cNvPr id="1385307794" name="Footer Placeholder 4"/>
          <p:cNvSpPr>
            <a:spLocks noGrp="1"/>
          </p:cNvSpPr>
          <p:nvPr>
            <p:ph type="ftr" sz="quarter" idx="11"/>
          </p:nvPr>
        </p:nvSpPr>
        <p:spPr bwMode="auto"/>
        <p:txBody>
          <a:bodyPr/>
          <a:lstStyle/>
          <a:p>
            <a:pPr>
              <a:defRPr/>
            </a:pPr>
            <a:endParaRPr lang="en-US"/>
          </a:p>
        </p:txBody>
      </p:sp>
      <p:sp>
        <p:nvSpPr>
          <p:cNvPr id="123333478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7480150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909914712"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98115539"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1/22/2026</a:t>
            </a:fld>
            <a:endParaRPr lang="en-US"/>
          </a:p>
        </p:txBody>
      </p:sp>
      <p:sp>
        <p:nvSpPr>
          <p:cNvPr id="1792005309"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468463501"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32612D"/>
        </a:solidFill>
      </p:bgPr>
    </p:bg>
    <p:spTree>
      <p:nvGrpSpPr>
        <p:cNvPr id="1" name=""/>
        <p:cNvGrpSpPr/>
        <p:nvPr/>
      </p:nvGrpSpPr>
      <p:grpSpPr bwMode="auto">
        <a:xfrm>
          <a:off x="0" y="0"/>
          <a:ext cx="0" cy="0"/>
          <a:chOff x="0" y="0"/>
          <a:chExt cx="0" cy="0"/>
        </a:xfrm>
      </p:grpSpPr>
      <p:sp>
        <p:nvSpPr>
          <p:cNvPr id="1000754496" name="Freeform 2"/>
          <p:cNvSpPr/>
          <p:nvPr/>
        </p:nvSpPr>
        <p:spPr bwMode="auto">
          <a:xfrm>
            <a:off x="-3054866" y="2145393"/>
            <a:ext cx="6109733" cy="6102096"/>
          </a:xfrm>
          <a:custGeom>
            <a:avLst/>
            <a:gdLst/>
            <a:ahLst/>
            <a:cxnLst/>
            <a:rect l="l" t="t" r="r" b="b"/>
            <a:pathLst>
              <a:path w="6109733" h="6102096" fill="norm" stroke="1" extrusionOk="0">
                <a:moveTo>
                  <a:pt x="0" y="0"/>
                </a:moveTo>
                <a:lnTo>
                  <a:pt x="6109732" y="0"/>
                </a:lnTo>
                <a:lnTo>
                  <a:pt x="6109732" y="6102096"/>
                </a:lnTo>
                <a:lnTo>
                  <a:pt x="0" y="6102096"/>
                </a:lnTo>
                <a:lnTo>
                  <a:pt x="0" y="0"/>
                </a:lnTo>
                <a:close/>
              </a:path>
            </a:pathLst>
          </a:custGeom>
          <a:blipFill rotWithShape="1">
            <a:blip r:embed="rId3"/>
            <a:stretch/>
          </a:blipFill>
        </p:spPr>
      </p:sp>
      <p:sp>
        <p:nvSpPr>
          <p:cNvPr id="1945432628" name="Freeform 3"/>
          <p:cNvSpPr/>
          <p:nvPr/>
        </p:nvSpPr>
        <p:spPr bwMode="auto">
          <a:xfrm>
            <a:off x="15214698" y="2010762"/>
            <a:ext cx="6109733" cy="6102096"/>
          </a:xfrm>
          <a:custGeom>
            <a:avLst/>
            <a:gdLst/>
            <a:ahLst/>
            <a:cxnLst/>
            <a:rect l="l" t="t" r="r" b="b"/>
            <a:pathLst>
              <a:path w="6109733" h="6102096" fill="norm" stroke="1" extrusionOk="0">
                <a:moveTo>
                  <a:pt x="0" y="0"/>
                </a:moveTo>
                <a:lnTo>
                  <a:pt x="6109732" y="0"/>
                </a:lnTo>
                <a:lnTo>
                  <a:pt x="6109732" y="6102095"/>
                </a:lnTo>
                <a:lnTo>
                  <a:pt x="0" y="6102095"/>
                </a:lnTo>
                <a:lnTo>
                  <a:pt x="0" y="0"/>
                </a:lnTo>
                <a:close/>
              </a:path>
            </a:pathLst>
          </a:custGeom>
          <a:blipFill rotWithShape="1">
            <a:blip r:embed="rId3"/>
            <a:stretch/>
          </a:blipFill>
        </p:spPr>
      </p:sp>
      <p:grpSp>
        <p:nvGrpSpPr>
          <p:cNvPr id="1415582604" name="Group 4"/>
          <p:cNvGrpSpPr/>
          <p:nvPr/>
        </p:nvGrpSpPr>
        <p:grpSpPr bwMode="auto">
          <a:xfrm>
            <a:off x="12044785" y="3891477"/>
            <a:ext cx="9561602" cy="2340665"/>
            <a:chOff x="0" y="0"/>
            <a:chExt cx="2518282" cy="616471"/>
          </a:xfrm>
        </p:grpSpPr>
        <p:sp>
          <p:nvSpPr>
            <p:cNvPr id="5" name="Freeform 5"/>
            <p:cNvSpPr/>
            <p:nvPr/>
          </p:nvSpPr>
          <p:spPr bwMode="auto">
            <a:xfrm>
              <a:off x="0" y="0"/>
              <a:ext cx="2518282" cy="616471"/>
            </a:xfrm>
            <a:custGeom>
              <a:avLst/>
              <a:gdLst/>
              <a:ahLst/>
              <a:cxnLst/>
              <a:rect l="l" t="t" r="r" b="b"/>
              <a:pathLst>
                <a:path w="2518282" h="616471" fill="norm" stroke="1" extrusionOk="0">
                  <a:moveTo>
                    <a:pt x="0" y="0"/>
                  </a:moveTo>
                  <a:lnTo>
                    <a:pt x="2518282" y="0"/>
                  </a:lnTo>
                  <a:lnTo>
                    <a:pt x="2518282" y="616471"/>
                  </a:lnTo>
                  <a:lnTo>
                    <a:pt x="0" y="616471"/>
                  </a:lnTo>
                  <a:close/>
                </a:path>
              </a:pathLst>
            </a:custGeom>
            <a:solidFill>
              <a:srgbClr val="DCBE00"/>
            </a:solidFill>
          </p:spPr>
        </p:sp>
        <p:sp>
          <p:nvSpPr>
            <p:cNvPr id="6" name="TextBox 6"/>
            <p:cNvSpPr txBox="1"/>
            <p:nvPr/>
          </p:nvSpPr>
          <p:spPr bwMode="auto">
            <a:xfrm>
              <a:off x="0" y="-28575"/>
              <a:ext cx="2518282" cy="645046"/>
            </a:xfrm>
            <a:prstGeom prst="rect">
              <a:avLst/>
            </a:prstGeom>
            <a:grpFill/>
          </p:spPr>
          <p:txBody>
            <a:bodyPr lIns="50800" tIns="50800" rIns="50800" bIns="50800" rtlCol="0" anchor="ctr"/>
            <a:lstStyle/>
            <a:p>
              <a:pPr algn="ctr">
                <a:lnSpc>
                  <a:spcPts val="2659"/>
                </a:lnSpc>
                <a:defRPr/>
              </a:pPr>
              <a:endParaRPr/>
            </a:p>
          </p:txBody>
        </p:sp>
      </p:grpSp>
      <p:sp>
        <p:nvSpPr>
          <p:cNvPr id="1653981487" name="AutoShape 7"/>
          <p:cNvSpPr/>
          <p:nvPr/>
        </p:nvSpPr>
        <p:spPr bwMode="auto">
          <a:xfrm>
            <a:off x="0" y="9239076"/>
            <a:ext cx="12295906" cy="19224"/>
          </a:xfrm>
          <a:prstGeom prst="line">
            <a:avLst/>
          </a:prstGeom>
          <a:ln w="19050" cap="flat">
            <a:solidFill>
              <a:srgbClr val="FFFFFF"/>
            </a:solidFill>
            <a:prstDash val="solid"/>
            <a:headEnd type="none" w="sm" len="sm"/>
            <a:tailEnd type="none" w="sm" len="sm"/>
          </a:ln>
        </p:spPr>
      </p:sp>
      <p:sp>
        <p:nvSpPr>
          <p:cNvPr id="267273846" name="AutoShape 8"/>
          <p:cNvSpPr/>
          <p:nvPr/>
        </p:nvSpPr>
        <p:spPr bwMode="auto">
          <a:xfrm flipV="1">
            <a:off x="9786562" y="1038221"/>
            <a:ext cx="8501438" cy="53023"/>
          </a:xfrm>
          <a:prstGeom prst="line">
            <a:avLst/>
          </a:prstGeom>
          <a:ln w="19050" cap="flat">
            <a:solidFill>
              <a:srgbClr val="FFFFFF"/>
            </a:solidFill>
            <a:prstDash val="solid"/>
            <a:headEnd type="none" w="sm" len="sm"/>
            <a:tailEnd type="none" w="sm" len="sm"/>
          </a:ln>
        </p:spPr>
      </p:sp>
      <p:grpSp>
        <p:nvGrpSpPr>
          <p:cNvPr id="49151246" name="Group 9"/>
          <p:cNvGrpSpPr>
            <a:grpSpLocks noChangeAspect="1"/>
          </p:cNvGrpSpPr>
          <p:nvPr/>
        </p:nvGrpSpPr>
        <p:grpSpPr bwMode="auto">
          <a:xfrm>
            <a:off x="-995516" y="1466142"/>
            <a:ext cx="11097878" cy="7558638"/>
            <a:chOff x="0" y="0"/>
            <a:chExt cx="5475623" cy="3729384"/>
          </a:xfrm>
        </p:grpSpPr>
        <p:sp>
          <p:nvSpPr>
            <p:cNvPr id="10" name="Freeform 10"/>
            <p:cNvSpPr/>
            <p:nvPr/>
          </p:nvSpPr>
          <p:spPr bwMode="auto">
            <a:xfrm>
              <a:off x="0" y="0"/>
              <a:ext cx="5475623" cy="3729384"/>
            </a:xfrm>
            <a:custGeom>
              <a:avLst/>
              <a:gdLst/>
              <a:ahLst/>
              <a:cxnLst/>
              <a:rect l="l" t="t" r="r" b="b"/>
              <a:pathLst>
                <a:path w="5475623" h="3729384" fill="norm" stroke="1" extrusionOk="0">
                  <a:moveTo>
                    <a:pt x="3322462" y="3729384"/>
                  </a:moveTo>
                  <a:lnTo>
                    <a:pt x="0" y="3729384"/>
                  </a:lnTo>
                  <a:lnTo>
                    <a:pt x="2153161" y="0"/>
                  </a:lnTo>
                  <a:lnTo>
                    <a:pt x="5475623" y="0"/>
                  </a:lnTo>
                  <a:lnTo>
                    <a:pt x="3322462" y="3729384"/>
                  </a:lnTo>
                  <a:close/>
                </a:path>
              </a:pathLst>
            </a:custGeom>
            <a:solidFill>
              <a:srgbClr val="56C1CA">
                <a:alpha val="53725"/>
              </a:srgbClr>
            </a:solidFill>
          </p:spPr>
        </p:sp>
        <p:sp>
          <p:nvSpPr>
            <p:cNvPr id="11" name="Freeform 11"/>
            <p:cNvSpPr/>
            <p:nvPr/>
          </p:nvSpPr>
          <p:spPr bwMode="auto">
            <a:xfrm>
              <a:off x="0" y="0"/>
              <a:ext cx="5475623" cy="3729384"/>
            </a:xfrm>
            <a:custGeom>
              <a:avLst/>
              <a:gdLst/>
              <a:ahLst/>
              <a:cxnLst/>
              <a:rect l="l" t="t" r="r" b="b"/>
              <a:pathLst>
                <a:path w="5475623" h="3729384" fill="norm" stroke="1" extrusionOk="0">
                  <a:moveTo>
                    <a:pt x="3322462" y="3729384"/>
                  </a:moveTo>
                  <a:lnTo>
                    <a:pt x="0" y="3729384"/>
                  </a:lnTo>
                  <a:lnTo>
                    <a:pt x="2153161" y="0"/>
                  </a:lnTo>
                  <a:lnTo>
                    <a:pt x="5475623" y="0"/>
                  </a:lnTo>
                  <a:lnTo>
                    <a:pt x="3322462" y="3729384"/>
                  </a:lnTo>
                  <a:close/>
                </a:path>
              </a:pathLst>
            </a:custGeom>
            <a:blipFill rotWithShape="1">
              <a:blip r:embed="rId4">
                <a:alphaModFix amt="54000"/>
              </a:blip>
              <a:stretch>
                <a:fillRect l="-7481" t="0" r="-13747" b="0"/>
              </a:stretch>
            </a:blipFill>
          </p:spPr>
        </p:sp>
      </p:grpSp>
      <p:sp>
        <p:nvSpPr>
          <p:cNvPr id="652136072" name="TextBox 12"/>
          <p:cNvSpPr txBox="1"/>
          <p:nvPr/>
        </p:nvSpPr>
        <p:spPr bwMode="auto">
          <a:xfrm>
            <a:off x="2376099" y="3351765"/>
            <a:ext cx="13548399" cy="3556105"/>
          </a:xfrm>
          <a:prstGeom prst="rect">
            <a:avLst/>
          </a:prstGeom>
        </p:spPr>
        <p:txBody>
          <a:bodyPr lIns="0" tIns="0" rIns="0" bIns="0" rtlCol="0" anchor="t">
            <a:spAutoFit/>
          </a:bodyPr>
          <a:lstStyle/>
          <a:p>
            <a:pPr algn="ctr">
              <a:lnSpc>
                <a:spcPts val="13999"/>
              </a:lnSpc>
              <a:defRPr/>
            </a:pPr>
            <a:r>
              <a:rPr lang="en-US" sz="10000" b="1">
                <a:solidFill>
                  <a:srgbClr val="FFFFFF"/>
                </a:solidFill>
                <a:latin typeface="Neue Machina Ultra-Bold"/>
                <a:ea typeface="Neue Machina Ultra-Bold"/>
                <a:cs typeface="Neue Machina Ultra-Bold"/>
              </a:rPr>
              <a:t>HUMAN COMPUTER INTERACTION 2</a:t>
            </a:r>
            <a:endParaRPr/>
          </a:p>
        </p:txBody>
      </p:sp>
      <p:sp>
        <p:nvSpPr>
          <p:cNvPr id="112402584" name="TextBox 13"/>
          <p:cNvSpPr txBox="1"/>
          <p:nvPr/>
        </p:nvSpPr>
        <p:spPr bwMode="auto">
          <a:xfrm>
            <a:off x="12295906" y="8697229"/>
            <a:ext cx="5332103" cy="1064991"/>
          </a:xfrm>
          <a:prstGeom prst="rect">
            <a:avLst/>
          </a:prstGeom>
        </p:spPr>
        <p:txBody>
          <a:bodyPr lIns="0" tIns="0" rIns="0" bIns="0" rtlCol="0" anchor="t">
            <a:spAutoFit/>
          </a:bodyPr>
          <a:lstStyle/>
          <a:p>
            <a:pPr algn="r">
              <a:lnSpc>
                <a:spcPts val="4299"/>
              </a:lnSpc>
              <a:defRPr/>
            </a:pPr>
            <a:r>
              <a:rPr lang="en-US" sz="3050">
                <a:solidFill>
                  <a:srgbClr val="FFFFFF"/>
                </a:solidFill>
                <a:latin typeface="DM Sans"/>
                <a:ea typeface="DM Sans"/>
                <a:cs typeface="DM Sans"/>
              </a:rPr>
              <a:t>College of Information and Communication Technology</a:t>
            </a:r>
            <a:endParaRPr/>
          </a:p>
        </p:txBody>
      </p:sp>
      <p:sp>
        <p:nvSpPr>
          <p:cNvPr id="596752300" name="TextBox 14"/>
          <p:cNvSpPr txBox="1"/>
          <p:nvPr/>
        </p:nvSpPr>
        <p:spPr bwMode="auto">
          <a:xfrm>
            <a:off x="585984" y="739088"/>
            <a:ext cx="9200578" cy="637637"/>
          </a:xfrm>
          <a:prstGeom prst="rect">
            <a:avLst/>
          </a:prstGeom>
        </p:spPr>
        <p:txBody>
          <a:bodyPr lIns="0" tIns="0" rIns="0" bIns="0" rtlCol="0" anchor="t">
            <a:spAutoFit/>
          </a:bodyPr>
          <a:lstStyle/>
          <a:p>
            <a:pPr algn="just">
              <a:lnSpc>
                <a:spcPts val="5279"/>
              </a:lnSpc>
              <a:defRPr/>
            </a:pPr>
            <a:r>
              <a:rPr lang="en-US" sz="3750">
                <a:solidFill>
                  <a:srgbClr val="FFFFFF"/>
                </a:solidFill>
                <a:latin typeface="DM Sans"/>
                <a:ea typeface="DM Sans"/>
                <a:cs typeface="DM Sans"/>
              </a:rPr>
              <a:t>South East Asian Institute of Technology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3D5034"/>
        </a:solidFill>
      </p:bgPr>
    </p:bg>
    <p:spTree>
      <p:nvGrpSpPr>
        <p:cNvPr id="1" name=""/>
        <p:cNvGrpSpPr/>
        <p:nvPr/>
      </p:nvGrpSpPr>
      <p:grpSpPr bwMode="auto">
        <a:xfrm>
          <a:off x="0" y="0"/>
          <a:ext cx="0" cy="0"/>
          <a:chOff x="0" y="0"/>
          <a:chExt cx="0" cy="0"/>
        </a:xfrm>
      </p:grpSpPr>
      <p:grpSp>
        <p:nvGrpSpPr>
          <p:cNvPr id="1957662307" name="Group 2"/>
          <p:cNvGrpSpPr/>
          <p:nvPr/>
        </p:nvGrpSpPr>
        <p:grpSpPr bwMode="auto">
          <a:xfrm>
            <a:off x="0" y="949697"/>
            <a:ext cx="5535386" cy="1595230"/>
            <a:chOff x="0" y="0"/>
            <a:chExt cx="1457879" cy="420143"/>
          </a:xfrm>
        </p:grpSpPr>
        <p:sp>
          <p:nvSpPr>
            <p:cNvPr id="3" name="Freeform 3"/>
            <p:cNvSpPr/>
            <p:nvPr/>
          </p:nvSpPr>
          <p:spPr bwMode="auto">
            <a:xfrm>
              <a:off x="0" y="0"/>
              <a:ext cx="1457879" cy="420143"/>
            </a:xfrm>
            <a:custGeom>
              <a:avLst/>
              <a:gdLst/>
              <a:ahLst/>
              <a:cxnLst/>
              <a:rect l="l" t="t" r="r" b="b"/>
              <a:pathLst>
                <a:path w="1457879" h="420143" fill="norm" stroke="1" extrusionOk="0">
                  <a:moveTo>
                    <a:pt x="0" y="0"/>
                  </a:moveTo>
                  <a:lnTo>
                    <a:pt x="1457879" y="0"/>
                  </a:lnTo>
                  <a:lnTo>
                    <a:pt x="1457879" y="420143"/>
                  </a:lnTo>
                  <a:lnTo>
                    <a:pt x="0" y="420143"/>
                  </a:lnTo>
                  <a:close/>
                </a:path>
              </a:pathLst>
            </a:custGeom>
            <a:solidFill>
              <a:srgbClr val="FFAE32"/>
            </a:solidFill>
          </p:spPr>
        </p:sp>
        <p:sp>
          <p:nvSpPr>
            <p:cNvPr id="4" name="TextBox 4"/>
            <p:cNvSpPr txBox="1"/>
            <p:nvPr/>
          </p:nvSpPr>
          <p:spPr bwMode="auto">
            <a:xfrm>
              <a:off x="0" y="-28575"/>
              <a:ext cx="1457879" cy="448718"/>
            </a:xfrm>
            <a:prstGeom prst="rect">
              <a:avLst/>
            </a:prstGeom>
            <a:grpFill/>
          </p:spPr>
          <p:txBody>
            <a:bodyPr lIns="50800" tIns="50800" rIns="50800" bIns="50800" rtlCol="0" anchor="ctr"/>
            <a:lstStyle/>
            <a:p>
              <a:pPr algn="ctr">
                <a:lnSpc>
                  <a:spcPts val="2659"/>
                </a:lnSpc>
                <a:defRPr/>
              </a:pPr>
              <a:endParaRPr/>
            </a:p>
          </p:txBody>
        </p:sp>
      </p:grpSp>
      <p:sp>
        <p:nvSpPr>
          <p:cNvPr id="1688061252" name="Freeform 5"/>
          <p:cNvSpPr/>
          <p:nvPr/>
        </p:nvSpPr>
        <p:spPr bwMode="auto">
          <a:xfrm>
            <a:off x="-3054866" y="6178503"/>
            <a:ext cx="6109733" cy="6102096"/>
          </a:xfrm>
          <a:custGeom>
            <a:avLst/>
            <a:gdLst/>
            <a:ahLst/>
            <a:cxnLst/>
            <a:rect l="l" t="t" r="r" b="b"/>
            <a:pathLst>
              <a:path w="6109733" h="6102096" fill="norm" stroke="1" extrusionOk="0">
                <a:moveTo>
                  <a:pt x="0" y="0"/>
                </a:moveTo>
                <a:lnTo>
                  <a:pt x="6109732" y="0"/>
                </a:lnTo>
                <a:lnTo>
                  <a:pt x="6109732" y="6102095"/>
                </a:lnTo>
                <a:lnTo>
                  <a:pt x="0" y="6102095"/>
                </a:lnTo>
                <a:lnTo>
                  <a:pt x="0" y="0"/>
                </a:lnTo>
                <a:close/>
              </a:path>
            </a:pathLst>
          </a:custGeom>
          <a:blipFill rotWithShape="1">
            <a:blip r:embed="rId3"/>
            <a:stretch/>
          </a:blipFill>
        </p:spPr>
      </p:sp>
      <p:sp>
        <p:nvSpPr>
          <p:cNvPr id="251204159" name="Freeform 6"/>
          <p:cNvSpPr/>
          <p:nvPr/>
        </p:nvSpPr>
        <p:spPr bwMode="auto">
          <a:xfrm>
            <a:off x="14761353" y="-2101351"/>
            <a:ext cx="6109733" cy="6102096"/>
          </a:xfrm>
          <a:custGeom>
            <a:avLst/>
            <a:gdLst/>
            <a:ahLst/>
            <a:cxnLst/>
            <a:rect l="l" t="t" r="r" b="b"/>
            <a:pathLst>
              <a:path w="6109733" h="6102096" fill="norm" stroke="1" extrusionOk="0">
                <a:moveTo>
                  <a:pt x="0" y="0"/>
                </a:moveTo>
                <a:lnTo>
                  <a:pt x="6109733" y="0"/>
                </a:lnTo>
                <a:lnTo>
                  <a:pt x="6109733" y="6102096"/>
                </a:lnTo>
                <a:lnTo>
                  <a:pt x="0" y="6102096"/>
                </a:lnTo>
                <a:lnTo>
                  <a:pt x="0" y="0"/>
                </a:lnTo>
                <a:close/>
              </a:path>
            </a:pathLst>
          </a:custGeom>
          <a:blipFill rotWithShape="1">
            <a:blip r:embed="rId3"/>
            <a:stretch/>
          </a:blipFill>
        </p:spPr>
      </p:sp>
      <p:grpSp>
        <p:nvGrpSpPr>
          <p:cNvPr id="588172775" name="Group 7"/>
          <p:cNvGrpSpPr/>
          <p:nvPr/>
        </p:nvGrpSpPr>
        <p:grpSpPr bwMode="auto">
          <a:xfrm>
            <a:off x="16216888" y="-2030022"/>
            <a:ext cx="4060043" cy="4060043"/>
            <a:chOff x="0" y="0"/>
            <a:chExt cx="812800" cy="812800"/>
          </a:xfrm>
        </p:grpSpPr>
        <p:sp>
          <p:nvSpPr>
            <p:cNvPr id="8" name="Freeform 8"/>
            <p:cNvSpPr/>
            <p:nvPr/>
          </p:nvSpPr>
          <p:spPr bwMode="auto">
            <a:xfrm>
              <a:off x="0" y="0"/>
              <a:ext cx="812800" cy="812800"/>
            </a:xfrm>
            <a:custGeom>
              <a:avLst/>
              <a:gdLst/>
              <a:ahLst/>
              <a:cxnLst/>
              <a:rect l="l" t="t" r="r" b="b"/>
              <a:pathLst>
                <a:path w="812800" h="812800" fill="norm" stroke="1" extrusionOk="0">
                  <a:moveTo>
                    <a:pt x="406400" y="0"/>
                  </a:moveTo>
                  <a:lnTo>
                    <a:pt x="812800" y="406400"/>
                  </a:lnTo>
                  <a:lnTo>
                    <a:pt x="406400" y="812800"/>
                  </a:lnTo>
                  <a:lnTo>
                    <a:pt x="0" y="406400"/>
                  </a:lnTo>
                  <a:lnTo>
                    <a:pt x="406400" y="0"/>
                  </a:lnTo>
                  <a:close/>
                </a:path>
              </a:pathLst>
            </a:custGeom>
            <a:solidFill>
              <a:srgbClr val="FFAE32"/>
            </a:solidFill>
          </p:spPr>
        </p:sp>
        <p:sp>
          <p:nvSpPr>
            <p:cNvPr id="9" name="TextBox 9"/>
            <p:cNvSpPr txBox="1"/>
            <p:nvPr/>
          </p:nvSpPr>
          <p:spPr bwMode="auto">
            <a:xfrm>
              <a:off x="139700" y="168275"/>
              <a:ext cx="533400" cy="504825"/>
            </a:xfrm>
            <a:prstGeom prst="rect">
              <a:avLst/>
            </a:prstGeom>
            <a:grpFill/>
          </p:spPr>
          <p:txBody>
            <a:bodyPr lIns="50800" tIns="50800" rIns="50800" bIns="50800" rtlCol="0" anchor="ctr"/>
            <a:lstStyle/>
            <a:p>
              <a:pPr algn="ctr">
                <a:lnSpc>
                  <a:spcPts val="2000"/>
                </a:lnSpc>
                <a:defRPr/>
              </a:pPr>
              <a:endParaRPr/>
            </a:p>
          </p:txBody>
        </p:sp>
      </p:grpSp>
      <p:sp>
        <p:nvSpPr>
          <p:cNvPr id="1653851705" name="TextBox 10"/>
          <p:cNvSpPr txBox="1"/>
          <p:nvPr/>
        </p:nvSpPr>
        <p:spPr bwMode="auto">
          <a:xfrm>
            <a:off x="1581764" y="1269663"/>
            <a:ext cx="5390624" cy="1019407"/>
          </a:xfrm>
          <a:prstGeom prst="rect">
            <a:avLst/>
          </a:prstGeom>
        </p:spPr>
        <p:txBody>
          <a:bodyPr lIns="0" tIns="0" rIns="0" bIns="0" rtlCol="0" anchor="t">
            <a:spAutoFit/>
          </a:bodyPr>
          <a:lstStyle/>
          <a:p>
            <a:pPr algn="l">
              <a:lnSpc>
                <a:spcPts val="4012"/>
              </a:lnSpc>
              <a:defRPr/>
            </a:pPr>
            <a:r>
              <a:rPr lang="en-US" sz="4600" b="1">
                <a:solidFill>
                  <a:srgbClr val="FFFFFF"/>
                </a:solidFill>
                <a:latin typeface="Neue Machina Ultra-Bold"/>
                <a:ea typeface="Neue Machina Ultra-Bold"/>
                <a:cs typeface="Neue Machina Ultra-Bold"/>
              </a:rPr>
              <a:t>RESEARCH</a:t>
            </a:r>
            <a:endParaRPr/>
          </a:p>
          <a:p>
            <a:pPr algn="l">
              <a:lnSpc>
                <a:spcPts val="4012"/>
              </a:lnSpc>
              <a:defRPr/>
            </a:pPr>
            <a:r>
              <a:rPr lang="en-US" sz="4600" b="1">
                <a:solidFill>
                  <a:srgbClr val="FFFFFF"/>
                </a:solidFill>
                <a:latin typeface="Neue Machina Ultra-Bold"/>
                <a:ea typeface="Neue Machina Ultra-Bold"/>
                <a:cs typeface="Neue Machina Ultra-Bold"/>
              </a:rPr>
              <a:t>TITLE</a:t>
            </a:r>
            <a:endParaRPr/>
          </a:p>
        </p:txBody>
      </p:sp>
      <p:sp>
        <p:nvSpPr>
          <p:cNvPr id="1039880801" name="TextBox 11"/>
          <p:cNvSpPr txBox="1"/>
          <p:nvPr/>
        </p:nvSpPr>
        <p:spPr bwMode="auto">
          <a:xfrm>
            <a:off x="17242554" y="454406"/>
            <a:ext cx="1028700" cy="530979"/>
          </a:xfrm>
          <a:prstGeom prst="rect">
            <a:avLst/>
          </a:prstGeom>
        </p:spPr>
        <p:txBody>
          <a:bodyPr lIns="0" tIns="0" rIns="0" bIns="0" rtlCol="0" anchor="t">
            <a:spAutoFit/>
          </a:bodyPr>
          <a:lstStyle/>
          <a:p>
            <a:pPr algn="ctr">
              <a:lnSpc>
                <a:spcPts val="4012"/>
              </a:lnSpc>
              <a:defRPr/>
            </a:pPr>
            <a:r>
              <a:rPr lang="en-US" sz="4600" b="1">
                <a:solidFill>
                  <a:srgbClr val="FFFFFF"/>
                </a:solidFill>
                <a:latin typeface="Neue Machina Ultra-Bold"/>
                <a:ea typeface="Neue Machina Ultra-Bold"/>
                <a:cs typeface="Neue Machina Ultra-Bold"/>
              </a:rPr>
              <a:t>1</a:t>
            </a:r>
            <a:endParaRPr/>
          </a:p>
        </p:txBody>
      </p:sp>
      <p:sp>
        <p:nvSpPr>
          <p:cNvPr id="1023957997" name="AutoShape 12"/>
          <p:cNvSpPr/>
          <p:nvPr/>
        </p:nvSpPr>
        <p:spPr bwMode="auto">
          <a:xfrm>
            <a:off x="0" y="9239076"/>
            <a:ext cx="12090583" cy="0"/>
          </a:xfrm>
          <a:prstGeom prst="line">
            <a:avLst/>
          </a:prstGeom>
          <a:ln w="19050" cap="flat">
            <a:solidFill>
              <a:srgbClr val="FFFFFF"/>
            </a:solidFill>
            <a:prstDash val="solid"/>
            <a:headEnd type="none" w="sm" len="sm"/>
            <a:tailEnd type="none" w="sm" len="sm"/>
          </a:ln>
        </p:spPr>
      </p:sp>
      <p:sp>
        <p:nvSpPr>
          <p:cNvPr id="403514964" name=""/>
          <p:cNvSpPr txBox="1"/>
          <p:nvPr/>
        </p:nvSpPr>
        <p:spPr bwMode="auto">
          <a:xfrm rot="0" flipH="0" flipV="0">
            <a:off x="5996158" y="5041280"/>
            <a:ext cx="914400"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p>
        </p:txBody>
      </p:sp>
      <p:sp>
        <p:nvSpPr>
          <p:cNvPr id="774467786" name=""/>
          <p:cNvSpPr txBox="1"/>
          <p:nvPr/>
        </p:nvSpPr>
        <p:spPr bwMode="auto">
          <a:xfrm rot="0" flipH="0" flipV="0">
            <a:off x="1917941" y="3679002"/>
            <a:ext cx="13875006" cy="3456791"/>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nSpc>
                <a:spcPct val="114999"/>
              </a:lnSpc>
              <a:defRPr/>
            </a:pPr>
            <a:r>
              <a:rPr lang="en-US" sz="4800" b="0" i="0" u="none" strike="noStrike" cap="none" spc="0">
                <a:solidFill>
                  <a:schemeClr val="bg1"/>
                </a:solidFill>
                <a:latin typeface="Calibri"/>
                <a:ea typeface="Calibri"/>
                <a:cs typeface="Calibri"/>
              </a:rPr>
              <a:t>SEAIT Anti-Cheating Quiz: AI-Driven Adaptive Quiz System with Anti-Cheating Detection for Improving College Learning and Assessment at South East Asian Institute of Technology Inc.</a:t>
            </a:r>
            <a:endParaRPr sz="4800">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3D5034"/>
        </a:solidFill>
      </p:bgPr>
    </p:bg>
    <p:spTree>
      <p:nvGrpSpPr>
        <p:cNvPr id="1" name=""/>
        <p:cNvGrpSpPr/>
        <p:nvPr/>
      </p:nvGrpSpPr>
      <p:grpSpPr bwMode="auto">
        <a:xfrm>
          <a:off x="0" y="0"/>
          <a:ext cx="0" cy="0"/>
          <a:chOff x="0" y="0"/>
          <a:chExt cx="0" cy="0"/>
        </a:xfrm>
      </p:grpSpPr>
      <p:grpSp>
        <p:nvGrpSpPr>
          <p:cNvPr id="267469619" name="Group 2"/>
          <p:cNvGrpSpPr/>
          <p:nvPr/>
        </p:nvGrpSpPr>
        <p:grpSpPr bwMode="auto">
          <a:xfrm>
            <a:off x="0" y="949697"/>
            <a:ext cx="5535386" cy="1595230"/>
            <a:chOff x="0" y="0"/>
            <a:chExt cx="1457879" cy="420143"/>
          </a:xfrm>
        </p:grpSpPr>
        <p:sp>
          <p:nvSpPr>
            <p:cNvPr id="3" name="Freeform 3"/>
            <p:cNvSpPr/>
            <p:nvPr/>
          </p:nvSpPr>
          <p:spPr bwMode="auto">
            <a:xfrm>
              <a:off x="0" y="0"/>
              <a:ext cx="1457879" cy="420143"/>
            </a:xfrm>
            <a:custGeom>
              <a:avLst/>
              <a:gdLst/>
              <a:ahLst/>
              <a:cxnLst/>
              <a:rect l="l" t="t" r="r" b="b"/>
              <a:pathLst>
                <a:path w="1457879" h="420143" fill="norm" stroke="1" extrusionOk="0">
                  <a:moveTo>
                    <a:pt x="0" y="0"/>
                  </a:moveTo>
                  <a:lnTo>
                    <a:pt x="1457879" y="0"/>
                  </a:lnTo>
                  <a:lnTo>
                    <a:pt x="1457879" y="420143"/>
                  </a:lnTo>
                  <a:lnTo>
                    <a:pt x="0" y="420143"/>
                  </a:lnTo>
                  <a:close/>
                </a:path>
              </a:pathLst>
            </a:custGeom>
            <a:solidFill>
              <a:srgbClr val="FFAE32"/>
            </a:solidFill>
          </p:spPr>
        </p:sp>
        <p:sp>
          <p:nvSpPr>
            <p:cNvPr id="4" name="TextBox 4"/>
            <p:cNvSpPr txBox="1"/>
            <p:nvPr/>
          </p:nvSpPr>
          <p:spPr bwMode="auto">
            <a:xfrm>
              <a:off x="0" y="-28575"/>
              <a:ext cx="1457879" cy="448718"/>
            </a:xfrm>
            <a:prstGeom prst="rect">
              <a:avLst/>
            </a:prstGeom>
            <a:grpFill/>
          </p:spPr>
          <p:txBody>
            <a:bodyPr lIns="50800" tIns="50800" rIns="50800" bIns="50800" rtlCol="0" anchor="ctr"/>
            <a:lstStyle/>
            <a:p>
              <a:pPr algn="ctr">
                <a:lnSpc>
                  <a:spcPts val="2659"/>
                </a:lnSpc>
                <a:defRPr/>
              </a:pPr>
              <a:endParaRPr/>
            </a:p>
          </p:txBody>
        </p:sp>
      </p:grpSp>
      <p:sp>
        <p:nvSpPr>
          <p:cNvPr id="800849950" name="Freeform 5"/>
          <p:cNvSpPr/>
          <p:nvPr/>
        </p:nvSpPr>
        <p:spPr bwMode="auto">
          <a:xfrm>
            <a:off x="-3054866" y="6178503"/>
            <a:ext cx="6109733" cy="6102096"/>
          </a:xfrm>
          <a:custGeom>
            <a:avLst/>
            <a:gdLst/>
            <a:ahLst/>
            <a:cxnLst/>
            <a:rect l="l" t="t" r="r" b="b"/>
            <a:pathLst>
              <a:path w="6109733" h="6102096" fill="norm" stroke="1" extrusionOk="0">
                <a:moveTo>
                  <a:pt x="0" y="0"/>
                </a:moveTo>
                <a:lnTo>
                  <a:pt x="6109732" y="0"/>
                </a:lnTo>
                <a:lnTo>
                  <a:pt x="6109732" y="6102095"/>
                </a:lnTo>
                <a:lnTo>
                  <a:pt x="0" y="6102095"/>
                </a:lnTo>
                <a:lnTo>
                  <a:pt x="0" y="0"/>
                </a:lnTo>
                <a:close/>
              </a:path>
            </a:pathLst>
          </a:custGeom>
          <a:blipFill rotWithShape="1">
            <a:blip r:embed="rId3"/>
            <a:stretch/>
          </a:blipFill>
        </p:spPr>
      </p:sp>
      <p:sp>
        <p:nvSpPr>
          <p:cNvPr id="676914626" name="Freeform 6"/>
          <p:cNvSpPr/>
          <p:nvPr/>
        </p:nvSpPr>
        <p:spPr bwMode="auto">
          <a:xfrm>
            <a:off x="14761353" y="-2101351"/>
            <a:ext cx="6109733" cy="6102096"/>
          </a:xfrm>
          <a:custGeom>
            <a:avLst/>
            <a:gdLst/>
            <a:ahLst/>
            <a:cxnLst/>
            <a:rect l="l" t="t" r="r" b="b"/>
            <a:pathLst>
              <a:path w="6109733" h="6102096" fill="norm" stroke="1" extrusionOk="0">
                <a:moveTo>
                  <a:pt x="0" y="0"/>
                </a:moveTo>
                <a:lnTo>
                  <a:pt x="6109733" y="0"/>
                </a:lnTo>
                <a:lnTo>
                  <a:pt x="6109733" y="6102096"/>
                </a:lnTo>
                <a:lnTo>
                  <a:pt x="0" y="6102096"/>
                </a:lnTo>
                <a:lnTo>
                  <a:pt x="0" y="0"/>
                </a:lnTo>
                <a:close/>
              </a:path>
            </a:pathLst>
          </a:custGeom>
          <a:blipFill rotWithShape="1">
            <a:blip r:embed="rId3"/>
            <a:stretch/>
          </a:blipFill>
        </p:spPr>
      </p:sp>
      <p:grpSp>
        <p:nvGrpSpPr>
          <p:cNvPr id="36109531" name="Group 7"/>
          <p:cNvGrpSpPr/>
          <p:nvPr/>
        </p:nvGrpSpPr>
        <p:grpSpPr bwMode="auto">
          <a:xfrm>
            <a:off x="15993314" y="-2366979"/>
            <a:ext cx="4060043" cy="4060043"/>
            <a:chOff x="0" y="0"/>
            <a:chExt cx="812800" cy="812800"/>
          </a:xfrm>
        </p:grpSpPr>
        <p:sp>
          <p:nvSpPr>
            <p:cNvPr id="8" name="Freeform 8"/>
            <p:cNvSpPr/>
            <p:nvPr/>
          </p:nvSpPr>
          <p:spPr bwMode="auto">
            <a:xfrm>
              <a:off x="0" y="0"/>
              <a:ext cx="812800" cy="812800"/>
            </a:xfrm>
            <a:custGeom>
              <a:avLst/>
              <a:gdLst/>
              <a:ahLst/>
              <a:cxnLst/>
              <a:rect l="l" t="t" r="r" b="b"/>
              <a:pathLst>
                <a:path w="812800" h="812800" fill="norm" stroke="1" extrusionOk="0">
                  <a:moveTo>
                    <a:pt x="406400" y="0"/>
                  </a:moveTo>
                  <a:lnTo>
                    <a:pt x="812800" y="406400"/>
                  </a:lnTo>
                  <a:lnTo>
                    <a:pt x="406400" y="812800"/>
                  </a:lnTo>
                  <a:lnTo>
                    <a:pt x="0" y="406400"/>
                  </a:lnTo>
                  <a:lnTo>
                    <a:pt x="406400" y="0"/>
                  </a:lnTo>
                  <a:close/>
                </a:path>
              </a:pathLst>
            </a:custGeom>
            <a:solidFill>
              <a:srgbClr val="FFAE32"/>
            </a:solidFill>
          </p:spPr>
        </p:sp>
        <p:sp>
          <p:nvSpPr>
            <p:cNvPr id="9" name="TextBox 9"/>
            <p:cNvSpPr txBox="1"/>
            <p:nvPr/>
          </p:nvSpPr>
          <p:spPr bwMode="auto">
            <a:xfrm>
              <a:off x="139700" y="168275"/>
              <a:ext cx="533400" cy="504825"/>
            </a:xfrm>
            <a:prstGeom prst="rect">
              <a:avLst/>
            </a:prstGeom>
            <a:grpFill/>
          </p:spPr>
          <p:txBody>
            <a:bodyPr lIns="50800" tIns="50800" rIns="50800" bIns="50800" rtlCol="0" anchor="ctr"/>
            <a:lstStyle/>
            <a:p>
              <a:pPr algn="ctr">
                <a:lnSpc>
                  <a:spcPts val="2000"/>
                </a:lnSpc>
                <a:defRPr/>
              </a:pPr>
              <a:endParaRPr/>
            </a:p>
          </p:txBody>
        </p:sp>
      </p:grpSp>
      <p:sp>
        <p:nvSpPr>
          <p:cNvPr id="4731704" name="TextBox 10"/>
          <p:cNvSpPr txBox="1"/>
          <p:nvPr/>
        </p:nvSpPr>
        <p:spPr bwMode="auto">
          <a:xfrm>
            <a:off x="264664" y="1455727"/>
            <a:ext cx="5387385" cy="574294"/>
          </a:xfrm>
          <a:prstGeom prst="rect">
            <a:avLst/>
          </a:prstGeom>
        </p:spPr>
        <p:txBody>
          <a:bodyPr lIns="0" tIns="0" rIns="0" bIns="0" rtlCol="0" anchor="t">
            <a:spAutoFit/>
          </a:bodyPr>
          <a:lstStyle/>
          <a:p>
            <a:pPr algn="l">
              <a:lnSpc>
                <a:spcPts val="4012"/>
              </a:lnSpc>
              <a:defRPr/>
            </a:pPr>
            <a:r>
              <a:rPr lang="en-US" sz="4600" b="1">
                <a:solidFill>
                  <a:srgbClr val="FFFFFF"/>
                </a:solidFill>
                <a:latin typeface="Neue Machina Ultra-Bold"/>
                <a:ea typeface="Neue Machina Ultra-Bold"/>
                <a:cs typeface="Neue Machina Ultra-Bold"/>
              </a:rPr>
              <a:t>OVERVIEW</a:t>
            </a:r>
            <a:endParaRPr/>
          </a:p>
        </p:txBody>
      </p:sp>
      <p:sp>
        <p:nvSpPr>
          <p:cNvPr id="278089967" name="TextBox 11"/>
          <p:cNvSpPr txBox="1"/>
          <p:nvPr/>
        </p:nvSpPr>
        <p:spPr bwMode="auto">
          <a:xfrm>
            <a:off x="17242554" y="454406"/>
            <a:ext cx="1028700" cy="530979"/>
          </a:xfrm>
          <a:prstGeom prst="rect">
            <a:avLst/>
          </a:prstGeom>
        </p:spPr>
        <p:txBody>
          <a:bodyPr lIns="0" tIns="0" rIns="0" bIns="0" rtlCol="0" anchor="t">
            <a:spAutoFit/>
          </a:bodyPr>
          <a:lstStyle/>
          <a:p>
            <a:pPr algn="ctr">
              <a:lnSpc>
                <a:spcPts val="4012"/>
              </a:lnSpc>
              <a:defRPr/>
            </a:pPr>
            <a:r>
              <a:rPr lang="en-US" sz="4600" b="1">
                <a:solidFill>
                  <a:srgbClr val="FFFFFF"/>
                </a:solidFill>
                <a:latin typeface="Neue Machina Ultra-Bold"/>
                <a:ea typeface="Neue Machina Ultra-Bold"/>
                <a:cs typeface="Neue Machina Ultra-Bold"/>
              </a:rPr>
              <a:t>3</a:t>
            </a:r>
            <a:endParaRPr/>
          </a:p>
        </p:txBody>
      </p:sp>
      <p:sp>
        <p:nvSpPr>
          <p:cNvPr id="683592445" name="AutoShape 12"/>
          <p:cNvSpPr/>
          <p:nvPr/>
        </p:nvSpPr>
        <p:spPr bwMode="auto">
          <a:xfrm>
            <a:off x="0" y="9239076"/>
            <a:ext cx="12090583" cy="0"/>
          </a:xfrm>
          <a:prstGeom prst="line">
            <a:avLst/>
          </a:prstGeom>
          <a:ln w="19050" cap="flat">
            <a:solidFill>
              <a:srgbClr val="FFFFFF"/>
            </a:solidFill>
            <a:prstDash val="solid"/>
            <a:headEnd type="none" w="sm" len="sm"/>
            <a:tailEnd type="none" w="sm" len="sm"/>
          </a:ln>
        </p:spPr>
      </p:sp>
      <p:sp>
        <p:nvSpPr>
          <p:cNvPr id="212424179" name=""/>
          <p:cNvSpPr txBox="1"/>
          <p:nvPr/>
        </p:nvSpPr>
        <p:spPr bwMode="auto">
          <a:xfrm rot="0" flipH="0" flipV="0">
            <a:off x="4509329" y="4623109"/>
            <a:ext cx="914399"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p>
        </p:txBody>
      </p:sp>
      <p:sp>
        <p:nvSpPr>
          <p:cNvPr id="1822059243" name=""/>
          <p:cNvSpPr txBox="1"/>
          <p:nvPr/>
        </p:nvSpPr>
        <p:spPr bwMode="auto">
          <a:xfrm rot="0" flipH="0" flipV="0">
            <a:off x="2405113" y="3559097"/>
            <a:ext cx="12239469" cy="6492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endParaRPr sz="2800">
              <a:solidFill>
                <a:schemeClr val="bg1"/>
              </a:solidFill>
              <a:latin typeface="Asana"/>
              <a:cs typeface="Asana"/>
            </a:endParaRPr>
          </a:p>
        </p:txBody>
      </p:sp>
      <p:sp>
        <p:nvSpPr>
          <p:cNvPr id="1732267739" name=""/>
          <p:cNvSpPr txBox="1"/>
          <p:nvPr/>
        </p:nvSpPr>
        <p:spPr bwMode="auto">
          <a:xfrm rot="0" flipH="0" flipV="0">
            <a:off x="786323" y="2737970"/>
            <a:ext cx="16773630" cy="6675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nSpc>
                <a:spcPct val="150000"/>
              </a:lnSpc>
              <a:defRPr/>
            </a:pPr>
            <a:r>
              <a:rPr sz="3600" b="0" i="0" u="none">
                <a:solidFill>
                  <a:schemeClr val="bg1"/>
                </a:solidFill>
                <a:latin typeface="Arial"/>
                <a:ea typeface="Arial"/>
                <a:cs typeface="Arial"/>
              </a:rPr>
              <a:t>The SEAIT Anti-Cheating Quiz System is a web-based assessment platform designed to improve the effectiveness of online quizzes. It enables instructors to create adaptive assessments that adjust question difficulty based on student performance and detect suspicious behaviors during exams. The system provides real-time monitoring, automatic scoring, and performance analytics to support fair and reliable evaluations. By integrating AI-driven features and user-centered design principles, the system enhances student engagement, maintains academic integrity, and improves overall assessment experience.</a:t>
            </a:r>
            <a:endParaRPr sz="3600">
              <a:solidFill>
                <a:schemeClr val="bg1"/>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3D5034"/>
        </a:solidFill>
      </p:bgPr>
    </p:bg>
    <p:spTree>
      <p:nvGrpSpPr>
        <p:cNvPr id="1" name=""/>
        <p:cNvGrpSpPr/>
        <p:nvPr/>
      </p:nvGrpSpPr>
      <p:grpSpPr bwMode="auto">
        <a:xfrm>
          <a:off x="0" y="0"/>
          <a:ext cx="0" cy="0"/>
          <a:chOff x="0" y="0"/>
          <a:chExt cx="0" cy="0"/>
        </a:xfrm>
      </p:grpSpPr>
      <p:sp>
        <p:nvSpPr>
          <p:cNvPr id="133092846" name="Freeform 2"/>
          <p:cNvSpPr/>
          <p:nvPr/>
        </p:nvSpPr>
        <p:spPr bwMode="auto">
          <a:xfrm>
            <a:off x="-2022808" y="5580591"/>
            <a:ext cx="6109733" cy="6102096"/>
          </a:xfrm>
          <a:custGeom>
            <a:avLst/>
            <a:gdLst/>
            <a:ahLst/>
            <a:cxnLst/>
            <a:rect l="l" t="t" r="r" b="b"/>
            <a:pathLst>
              <a:path w="6109733" h="6102096" fill="norm" stroke="1" extrusionOk="0">
                <a:moveTo>
                  <a:pt x="0" y="0"/>
                </a:moveTo>
                <a:lnTo>
                  <a:pt x="6109733" y="0"/>
                </a:lnTo>
                <a:lnTo>
                  <a:pt x="6109733" y="6102096"/>
                </a:lnTo>
                <a:lnTo>
                  <a:pt x="0" y="6102096"/>
                </a:lnTo>
                <a:lnTo>
                  <a:pt x="0" y="0"/>
                </a:lnTo>
                <a:close/>
              </a:path>
            </a:pathLst>
          </a:custGeom>
          <a:blipFill rotWithShape="1">
            <a:blip r:embed="rId3"/>
            <a:stretch/>
          </a:blipFill>
        </p:spPr>
      </p:sp>
      <p:sp>
        <p:nvSpPr>
          <p:cNvPr id="697842730" name="Freeform 3"/>
          <p:cNvSpPr/>
          <p:nvPr/>
        </p:nvSpPr>
        <p:spPr bwMode="auto">
          <a:xfrm>
            <a:off x="14374819" y="-2720467"/>
            <a:ext cx="6109733" cy="6102096"/>
          </a:xfrm>
          <a:custGeom>
            <a:avLst/>
            <a:gdLst/>
            <a:ahLst/>
            <a:cxnLst/>
            <a:rect l="l" t="t" r="r" b="b"/>
            <a:pathLst>
              <a:path w="6109733" h="6102096" fill="norm" stroke="1" extrusionOk="0">
                <a:moveTo>
                  <a:pt x="0" y="0"/>
                </a:moveTo>
                <a:lnTo>
                  <a:pt x="6109733" y="0"/>
                </a:lnTo>
                <a:lnTo>
                  <a:pt x="6109733" y="6102096"/>
                </a:lnTo>
                <a:lnTo>
                  <a:pt x="0" y="6102096"/>
                </a:lnTo>
                <a:lnTo>
                  <a:pt x="0" y="0"/>
                </a:lnTo>
                <a:close/>
              </a:path>
            </a:pathLst>
          </a:custGeom>
          <a:blipFill rotWithShape="1">
            <a:blip r:embed="rId3"/>
            <a:stretch/>
          </a:blipFill>
        </p:spPr>
      </p:sp>
      <p:grpSp>
        <p:nvGrpSpPr>
          <p:cNvPr id="1049591140" name="Group 4"/>
          <p:cNvGrpSpPr/>
          <p:nvPr/>
        </p:nvGrpSpPr>
        <p:grpSpPr bwMode="auto">
          <a:xfrm>
            <a:off x="16257978" y="-2030022"/>
            <a:ext cx="4060043" cy="4060043"/>
            <a:chOff x="0" y="0"/>
            <a:chExt cx="812800" cy="812800"/>
          </a:xfrm>
        </p:grpSpPr>
        <p:sp>
          <p:nvSpPr>
            <p:cNvPr id="5" name="Freeform 5"/>
            <p:cNvSpPr/>
            <p:nvPr/>
          </p:nvSpPr>
          <p:spPr bwMode="auto">
            <a:xfrm>
              <a:off x="0" y="0"/>
              <a:ext cx="812800" cy="812800"/>
            </a:xfrm>
            <a:custGeom>
              <a:avLst/>
              <a:gdLst/>
              <a:ahLst/>
              <a:cxnLst/>
              <a:rect l="l" t="t" r="r" b="b"/>
              <a:pathLst>
                <a:path w="812800" h="812800" fill="norm" stroke="1" extrusionOk="0">
                  <a:moveTo>
                    <a:pt x="406400" y="0"/>
                  </a:moveTo>
                  <a:lnTo>
                    <a:pt x="812800" y="406400"/>
                  </a:lnTo>
                  <a:lnTo>
                    <a:pt x="406400" y="812800"/>
                  </a:lnTo>
                  <a:lnTo>
                    <a:pt x="0" y="406400"/>
                  </a:lnTo>
                  <a:lnTo>
                    <a:pt x="406400" y="0"/>
                  </a:lnTo>
                  <a:close/>
                </a:path>
              </a:pathLst>
            </a:custGeom>
            <a:solidFill>
              <a:srgbClr val="FFAE32"/>
            </a:solidFill>
          </p:spPr>
        </p:sp>
        <p:sp>
          <p:nvSpPr>
            <p:cNvPr id="6" name="TextBox 6"/>
            <p:cNvSpPr txBox="1"/>
            <p:nvPr/>
          </p:nvSpPr>
          <p:spPr bwMode="auto">
            <a:xfrm>
              <a:off x="139700" y="168275"/>
              <a:ext cx="533400" cy="504825"/>
            </a:xfrm>
            <a:prstGeom prst="rect">
              <a:avLst/>
            </a:prstGeom>
            <a:grpFill/>
          </p:spPr>
          <p:txBody>
            <a:bodyPr lIns="50800" tIns="50800" rIns="50800" bIns="50800" rtlCol="0" anchor="ctr"/>
            <a:lstStyle/>
            <a:p>
              <a:pPr algn="ctr">
                <a:lnSpc>
                  <a:spcPts val="2000"/>
                </a:lnSpc>
                <a:defRPr/>
              </a:pPr>
              <a:endParaRPr/>
            </a:p>
          </p:txBody>
        </p:sp>
      </p:grpSp>
      <p:grpSp>
        <p:nvGrpSpPr>
          <p:cNvPr id="672473710" name="Group 7"/>
          <p:cNvGrpSpPr/>
          <p:nvPr/>
        </p:nvGrpSpPr>
        <p:grpSpPr bwMode="auto">
          <a:xfrm rot="5400000">
            <a:off x="1769586" y="-813917"/>
            <a:ext cx="1583285" cy="5122458"/>
            <a:chOff x="0" y="0"/>
            <a:chExt cx="660400" cy="2136615"/>
          </a:xfrm>
        </p:grpSpPr>
        <p:sp>
          <p:nvSpPr>
            <p:cNvPr id="8" name="Freeform 8"/>
            <p:cNvSpPr/>
            <p:nvPr/>
          </p:nvSpPr>
          <p:spPr bwMode="auto">
            <a:xfrm>
              <a:off x="0" y="0"/>
              <a:ext cx="660400" cy="2136615"/>
            </a:xfrm>
            <a:custGeom>
              <a:avLst/>
              <a:gdLst/>
              <a:ahLst/>
              <a:cxnLst/>
              <a:rect l="l" t="t" r="r" b="b"/>
              <a:pathLst>
                <a:path w="660400" h="2136615" fill="norm" stroke="1"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57908"/>
                  </a:cubicBezTo>
                  <a:lnTo>
                    <a:pt x="660400" y="2136615"/>
                  </a:lnTo>
                  <a:lnTo>
                    <a:pt x="0" y="2136615"/>
                  </a:lnTo>
                  <a:lnTo>
                    <a:pt x="0" y="359228"/>
                  </a:lnTo>
                  <a:cubicBezTo>
                    <a:pt x="1782" y="185660"/>
                    <a:pt x="93019" y="64045"/>
                    <a:pt x="220252" y="19070"/>
                  </a:cubicBezTo>
                  <a:close/>
                </a:path>
              </a:pathLst>
            </a:custGeom>
            <a:solidFill>
              <a:srgbClr val="FFAE32"/>
            </a:solidFill>
          </p:spPr>
        </p:sp>
        <p:sp>
          <p:nvSpPr>
            <p:cNvPr id="9" name="TextBox 9"/>
            <p:cNvSpPr txBox="1"/>
            <p:nvPr/>
          </p:nvSpPr>
          <p:spPr bwMode="auto">
            <a:xfrm>
              <a:off x="0" y="165100"/>
              <a:ext cx="660400" cy="1971514"/>
            </a:xfrm>
            <a:prstGeom prst="rect">
              <a:avLst/>
            </a:prstGeom>
            <a:grpFill/>
          </p:spPr>
          <p:txBody>
            <a:bodyPr lIns="50800" tIns="50800" rIns="50800" bIns="50800" rtlCol="0" anchor="ctr"/>
            <a:lstStyle/>
            <a:p>
              <a:pPr algn="ctr">
                <a:lnSpc>
                  <a:spcPts val="2174"/>
                </a:lnSpc>
                <a:defRPr/>
              </a:pPr>
              <a:endParaRPr/>
            </a:p>
          </p:txBody>
        </p:sp>
      </p:grpSp>
      <p:sp>
        <p:nvSpPr>
          <p:cNvPr id="1888633128" name="AutoShape 10"/>
          <p:cNvSpPr/>
          <p:nvPr/>
        </p:nvSpPr>
        <p:spPr bwMode="auto">
          <a:xfrm>
            <a:off x="0" y="9239076"/>
            <a:ext cx="12090583" cy="0"/>
          </a:xfrm>
          <a:prstGeom prst="line">
            <a:avLst/>
          </a:prstGeom>
          <a:ln w="19050" cap="flat">
            <a:solidFill>
              <a:srgbClr val="FFFFFF"/>
            </a:solidFill>
            <a:prstDash val="solid"/>
            <a:headEnd type="none" w="sm" len="sm"/>
            <a:tailEnd type="none" w="sm" len="sm"/>
          </a:ln>
        </p:spPr>
      </p:sp>
      <p:sp>
        <p:nvSpPr>
          <p:cNvPr id="1186303430" name="TextBox 11"/>
          <p:cNvSpPr txBox="1"/>
          <p:nvPr/>
        </p:nvSpPr>
        <p:spPr bwMode="auto">
          <a:xfrm>
            <a:off x="1156396" y="1269664"/>
            <a:ext cx="3704810" cy="1019407"/>
          </a:xfrm>
          <a:prstGeom prst="rect">
            <a:avLst/>
          </a:prstGeom>
        </p:spPr>
        <p:txBody>
          <a:bodyPr lIns="0" tIns="0" rIns="0" bIns="0" rtlCol="0" anchor="t">
            <a:spAutoFit/>
          </a:bodyPr>
          <a:lstStyle/>
          <a:p>
            <a:pPr algn="l">
              <a:lnSpc>
                <a:spcPts val="4012"/>
              </a:lnSpc>
              <a:defRPr/>
            </a:pPr>
            <a:r>
              <a:rPr lang="en-US" sz="4600" b="1">
                <a:solidFill>
                  <a:srgbClr val="FFFFFF"/>
                </a:solidFill>
                <a:latin typeface="Neue Machina Ultra-Bold"/>
                <a:ea typeface="Neue Machina Ultra-Bold"/>
                <a:cs typeface="Neue Machina Ultra-Bold"/>
              </a:rPr>
              <a:t>RESEACRH QUESTION</a:t>
            </a:r>
            <a:endParaRPr/>
          </a:p>
        </p:txBody>
      </p:sp>
      <p:sp>
        <p:nvSpPr>
          <p:cNvPr id="654985675" name="TextBox 12"/>
          <p:cNvSpPr txBox="1"/>
          <p:nvPr/>
        </p:nvSpPr>
        <p:spPr bwMode="auto">
          <a:xfrm>
            <a:off x="17242554" y="454406"/>
            <a:ext cx="1028700" cy="530979"/>
          </a:xfrm>
          <a:prstGeom prst="rect">
            <a:avLst/>
          </a:prstGeom>
        </p:spPr>
        <p:txBody>
          <a:bodyPr lIns="0" tIns="0" rIns="0" bIns="0" rtlCol="0" anchor="t">
            <a:spAutoFit/>
          </a:bodyPr>
          <a:lstStyle/>
          <a:p>
            <a:pPr algn="ctr">
              <a:lnSpc>
                <a:spcPts val="4012"/>
              </a:lnSpc>
              <a:defRPr/>
            </a:pPr>
            <a:r>
              <a:rPr lang="en-US" sz="4600" b="1">
                <a:solidFill>
                  <a:srgbClr val="FFFFFF"/>
                </a:solidFill>
                <a:latin typeface="Neue Machina Ultra-Bold"/>
                <a:ea typeface="Neue Machina Ultra-Bold"/>
                <a:cs typeface="Neue Machina Ultra-Bold"/>
              </a:rPr>
              <a:t>4</a:t>
            </a:r>
            <a:endParaRPr/>
          </a:p>
        </p:txBody>
      </p:sp>
      <p:sp>
        <p:nvSpPr>
          <p:cNvPr id="1522359021" name=""/>
          <p:cNvSpPr txBox="1"/>
          <p:nvPr/>
        </p:nvSpPr>
        <p:spPr bwMode="auto">
          <a:xfrm rot="0" flipH="0" flipV="0">
            <a:off x="592455" y="3016296"/>
            <a:ext cx="16952478" cy="5029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482137" indent="-482137" algn="just">
              <a:lnSpc>
                <a:spcPct val="150000"/>
              </a:lnSpc>
              <a:buFont typeface="Wingdings"/>
              <a:buChar char="Ø"/>
              <a:defRPr/>
            </a:pPr>
            <a:r>
              <a:rPr sz="3600">
                <a:solidFill>
                  <a:schemeClr val="bg1"/>
                </a:solidFill>
                <a:latin typeface="Arial"/>
                <a:ea typeface="Arial"/>
                <a:cs typeface="Arial"/>
              </a:rPr>
              <a:t>How does the adaptive questioning feature of the SEAIT Anti-Cheating Quiz system influence student engagement in online assessments?</a:t>
            </a:r>
            <a:endParaRPr sz="3600">
              <a:solidFill>
                <a:schemeClr val="bg1"/>
              </a:solidFill>
              <a:latin typeface="Arial"/>
              <a:cs typeface="Arial"/>
            </a:endParaRPr>
          </a:p>
          <a:p>
            <a:pPr marL="482137" indent="-482137" algn="just">
              <a:lnSpc>
                <a:spcPct val="150000"/>
              </a:lnSpc>
              <a:buFont typeface="Wingdings"/>
              <a:buChar char="Ø"/>
              <a:defRPr/>
            </a:pPr>
            <a:r>
              <a:rPr sz="3600">
                <a:solidFill>
                  <a:schemeClr val="bg1"/>
                </a:solidFill>
                <a:latin typeface="Arial"/>
                <a:ea typeface="Arial"/>
                <a:cs typeface="Arial"/>
              </a:rPr>
              <a:t>How does suspicious behavior detection affect the </a:t>
            </a:r>
            <a:r>
              <a:rPr lang="en-US" sz="3600">
                <a:solidFill>
                  <a:schemeClr val="bg1"/>
                </a:solidFill>
                <a:latin typeface="Arial"/>
                <a:ea typeface="Arial"/>
                <a:cs typeface="Arial"/>
              </a:rPr>
              <a:t>overall</a:t>
            </a:r>
            <a:r>
              <a:rPr sz="3600">
                <a:solidFill>
                  <a:schemeClr val="bg1"/>
                </a:solidFill>
                <a:latin typeface="Arial"/>
                <a:ea typeface="Arial"/>
                <a:cs typeface="Arial"/>
              </a:rPr>
              <a:t> usability and satisfaction of students using the system?</a:t>
            </a:r>
            <a:endParaRPr sz="3600">
              <a:solidFill>
                <a:schemeClr val="bg1"/>
              </a:solidFill>
              <a:latin typeface="Arial"/>
              <a:cs typeface="Arial"/>
            </a:endParaRPr>
          </a:p>
          <a:p>
            <a:pPr marL="482137" indent="-482137">
              <a:lnSpc>
                <a:spcPct val="150000"/>
              </a:lnSpc>
              <a:buFont typeface="Wingdings"/>
              <a:buChar char="Ø"/>
              <a:defRPr/>
            </a:pPr>
            <a:r>
              <a:rPr sz="3600">
                <a:solidFill>
                  <a:schemeClr val="bg1"/>
                </a:solidFill>
                <a:latin typeface="Arial"/>
                <a:ea typeface="Arial"/>
                <a:cs typeface="Arial"/>
              </a:rPr>
              <a:t>How effective is the SEAIT Anti-Cheating Quiz system in maintaining fairness</a:t>
            </a:r>
            <a:r>
              <a:rPr lang="en-US" sz="3600">
                <a:solidFill>
                  <a:schemeClr val="bg1"/>
                </a:solidFill>
                <a:latin typeface="Arial"/>
                <a:ea typeface="Arial"/>
                <a:cs typeface="Arial"/>
              </a:rPr>
              <a:t> </a:t>
            </a:r>
            <a:r>
              <a:rPr sz="3600">
                <a:solidFill>
                  <a:schemeClr val="bg1"/>
                </a:solidFill>
                <a:latin typeface="Arial"/>
                <a:ea typeface="Arial"/>
                <a:cs typeface="Arial"/>
              </a:rPr>
              <a:t>in online assessments compared to traditional quiz platforms?</a:t>
            </a:r>
            <a:endParaRPr sz="2600">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3D5034"/>
        </a:solidFill>
      </p:bgPr>
    </p:bg>
    <p:spTree>
      <p:nvGrpSpPr>
        <p:cNvPr id="1" name=""/>
        <p:cNvGrpSpPr/>
        <p:nvPr/>
      </p:nvGrpSpPr>
      <p:grpSpPr bwMode="auto">
        <a:xfrm>
          <a:off x="0" y="0"/>
          <a:ext cx="0" cy="0"/>
          <a:chOff x="0" y="0"/>
          <a:chExt cx="0" cy="0"/>
        </a:xfrm>
      </p:grpSpPr>
      <p:sp>
        <p:nvSpPr>
          <p:cNvPr id="1057512781" name="Freeform 2"/>
          <p:cNvSpPr/>
          <p:nvPr/>
        </p:nvSpPr>
        <p:spPr bwMode="auto">
          <a:xfrm>
            <a:off x="13888153" y="6692721"/>
            <a:ext cx="6109733" cy="6102096"/>
          </a:xfrm>
          <a:custGeom>
            <a:avLst/>
            <a:gdLst/>
            <a:ahLst/>
            <a:cxnLst/>
            <a:rect l="l" t="t" r="r" b="b"/>
            <a:pathLst>
              <a:path w="6109733" h="6102096" fill="norm" stroke="1" extrusionOk="0">
                <a:moveTo>
                  <a:pt x="0" y="0"/>
                </a:moveTo>
                <a:lnTo>
                  <a:pt x="6109733" y="0"/>
                </a:lnTo>
                <a:lnTo>
                  <a:pt x="6109733" y="6102095"/>
                </a:lnTo>
                <a:lnTo>
                  <a:pt x="0" y="6102095"/>
                </a:lnTo>
                <a:lnTo>
                  <a:pt x="0" y="0"/>
                </a:lnTo>
                <a:close/>
              </a:path>
            </a:pathLst>
          </a:custGeom>
          <a:blipFill rotWithShape="1">
            <a:blip r:embed="rId3"/>
            <a:stretch/>
          </a:blipFill>
        </p:spPr>
      </p:sp>
      <p:sp>
        <p:nvSpPr>
          <p:cNvPr id="828190815" name="Freeform 3"/>
          <p:cNvSpPr/>
          <p:nvPr/>
        </p:nvSpPr>
        <p:spPr bwMode="auto">
          <a:xfrm>
            <a:off x="-1912053" y="-2720467"/>
            <a:ext cx="6109733" cy="6102096"/>
          </a:xfrm>
          <a:custGeom>
            <a:avLst/>
            <a:gdLst/>
            <a:ahLst/>
            <a:cxnLst/>
            <a:rect l="l" t="t" r="r" b="b"/>
            <a:pathLst>
              <a:path w="6109733" h="6102096" fill="norm" stroke="1" extrusionOk="0">
                <a:moveTo>
                  <a:pt x="0" y="0"/>
                </a:moveTo>
                <a:lnTo>
                  <a:pt x="6109732" y="0"/>
                </a:lnTo>
                <a:lnTo>
                  <a:pt x="6109732" y="6102096"/>
                </a:lnTo>
                <a:lnTo>
                  <a:pt x="0" y="6102096"/>
                </a:lnTo>
                <a:lnTo>
                  <a:pt x="0" y="0"/>
                </a:lnTo>
                <a:close/>
              </a:path>
            </a:pathLst>
          </a:custGeom>
          <a:blipFill rotWithShape="1">
            <a:blip r:embed="rId3"/>
            <a:stretch/>
          </a:blipFill>
        </p:spPr>
      </p:sp>
      <p:grpSp>
        <p:nvGrpSpPr>
          <p:cNvPr id="1024763591" name="Group 4"/>
          <p:cNvGrpSpPr/>
          <p:nvPr/>
        </p:nvGrpSpPr>
        <p:grpSpPr bwMode="auto">
          <a:xfrm>
            <a:off x="16257978" y="-2030022"/>
            <a:ext cx="4060043" cy="4060043"/>
            <a:chOff x="0" y="0"/>
            <a:chExt cx="812800" cy="812800"/>
          </a:xfrm>
        </p:grpSpPr>
        <p:sp>
          <p:nvSpPr>
            <p:cNvPr id="5" name="Freeform 5"/>
            <p:cNvSpPr/>
            <p:nvPr/>
          </p:nvSpPr>
          <p:spPr bwMode="auto">
            <a:xfrm>
              <a:off x="0" y="0"/>
              <a:ext cx="812800" cy="812800"/>
            </a:xfrm>
            <a:custGeom>
              <a:avLst/>
              <a:gdLst/>
              <a:ahLst/>
              <a:cxnLst/>
              <a:rect l="l" t="t" r="r" b="b"/>
              <a:pathLst>
                <a:path w="812800" h="812800" fill="norm" stroke="1" extrusionOk="0">
                  <a:moveTo>
                    <a:pt x="406400" y="0"/>
                  </a:moveTo>
                  <a:lnTo>
                    <a:pt x="812800" y="406400"/>
                  </a:lnTo>
                  <a:lnTo>
                    <a:pt x="406400" y="812800"/>
                  </a:lnTo>
                  <a:lnTo>
                    <a:pt x="0" y="406400"/>
                  </a:lnTo>
                  <a:lnTo>
                    <a:pt x="406400" y="0"/>
                  </a:lnTo>
                  <a:close/>
                </a:path>
              </a:pathLst>
            </a:custGeom>
            <a:solidFill>
              <a:srgbClr val="FFAE32"/>
            </a:solidFill>
          </p:spPr>
        </p:sp>
        <p:sp>
          <p:nvSpPr>
            <p:cNvPr id="6" name="TextBox 6"/>
            <p:cNvSpPr txBox="1"/>
            <p:nvPr/>
          </p:nvSpPr>
          <p:spPr bwMode="auto">
            <a:xfrm>
              <a:off x="139700" y="168275"/>
              <a:ext cx="533400" cy="504825"/>
            </a:xfrm>
            <a:prstGeom prst="rect">
              <a:avLst/>
            </a:prstGeom>
            <a:grpFill/>
          </p:spPr>
          <p:txBody>
            <a:bodyPr lIns="50800" tIns="50800" rIns="50800" bIns="50800" rtlCol="0" anchor="ctr"/>
            <a:lstStyle/>
            <a:p>
              <a:pPr algn="ctr">
                <a:lnSpc>
                  <a:spcPts val="2000"/>
                </a:lnSpc>
                <a:defRPr/>
              </a:pPr>
              <a:endParaRPr/>
            </a:p>
          </p:txBody>
        </p:sp>
      </p:grpSp>
      <p:grpSp>
        <p:nvGrpSpPr>
          <p:cNvPr id="2100689499" name="Group 7"/>
          <p:cNvGrpSpPr/>
          <p:nvPr/>
        </p:nvGrpSpPr>
        <p:grpSpPr bwMode="auto">
          <a:xfrm rot="5400000">
            <a:off x="2485905" y="-1530236"/>
            <a:ext cx="1583285" cy="6555096"/>
            <a:chOff x="0" y="0"/>
            <a:chExt cx="660400" cy="2734179"/>
          </a:xfrm>
        </p:grpSpPr>
        <p:sp>
          <p:nvSpPr>
            <p:cNvPr id="8" name="Freeform 8"/>
            <p:cNvSpPr/>
            <p:nvPr/>
          </p:nvSpPr>
          <p:spPr bwMode="auto">
            <a:xfrm>
              <a:off x="0" y="0"/>
              <a:ext cx="660400" cy="2734179"/>
            </a:xfrm>
            <a:custGeom>
              <a:avLst/>
              <a:gdLst/>
              <a:ahLst/>
              <a:cxnLst/>
              <a:rect l="l" t="t" r="r" b="b"/>
              <a:pathLst>
                <a:path w="660400" h="2734179" fill="norm" stroke="1" extrusionOk="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1181"/>
                  </a:cubicBezTo>
                  <a:lnTo>
                    <a:pt x="660400" y="2734179"/>
                  </a:lnTo>
                  <a:lnTo>
                    <a:pt x="0" y="2734179"/>
                  </a:lnTo>
                  <a:lnTo>
                    <a:pt x="0" y="372935"/>
                  </a:lnTo>
                  <a:cubicBezTo>
                    <a:pt x="1782" y="185660"/>
                    <a:pt x="93019" y="64045"/>
                    <a:pt x="220252" y="19070"/>
                  </a:cubicBezTo>
                  <a:close/>
                </a:path>
              </a:pathLst>
            </a:custGeom>
            <a:solidFill>
              <a:srgbClr val="FFAE32"/>
            </a:solidFill>
          </p:spPr>
        </p:sp>
        <p:sp>
          <p:nvSpPr>
            <p:cNvPr id="9" name="TextBox 9"/>
            <p:cNvSpPr txBox="1"/>
            <p:nvPr/>
          </p:nvSpPr>
          <p:spPr bwMode="auto">
            <a:xfrm>
              <a:off x="0" y="165100"/>
              <a:ext cx="660400" cy="2569079"/>
            </a:xfrm>
            <a:prstGeom prst="rect">
              <a:avLst/>
            </a:prstGeom>
            <a:grpFill/>
          </p:spPr>
          <p:txBody>
            <a:bodyPr lIns="50800" tIns="50800" rIns="50800" bIns="50800" rtlCol="0" anchor="ctr"/>
            <a:lstStyle/>
            <a:p>
              <a:pPr algn="ctr">
                <a:lnSpc>
                  <a:spcPts val="2174"/>
                </a:lnSpc>
                <a:defRPr/>
              </a:pPr>
              <a:endParaRPr/>
            </a:p>
          </p:txBody>
        </p:sp>
      </p:grpSp>
      <p:sp>
        <p:nvSpPr>
          <p:cNvPr id="1723993201" name="TextBox 10"/>
          <p:cNvSpPr txBox="1"/>
          <p:nvPr/>
        </p:nvSpPr>
        <p:spPr bwMode="auto">
          <a:xfrm>
            <a:off x="752724" y="1287638"/>
            <a:ext cx="6897468" cy="1019407"/>
          </a:xfrm>
          <a:prstGeom prst="rect">
            <a:avLst/>
          </a:prstGeom>
        </p:spPr>
        <p:txBody>
          <a:bodyPr lIns="0" tIns="0" rIns="0" bIns="0" rtlCol="0" anchor="t">
            <a:spAutoFit/>
          </a:bodyPr>
          <a:lstStyle/>
          <a:p>
            <a:pPr algn="l">
              <a:lnSpc>
                <a:spcPts val="4012"/>
              </a:lnSpc>
              <a:defRPr/>
            </a:pPr>
            <a:r>
              <a:rPr lang="en-US" sz="4600" b="1">
                <a:solidFill>
                  <a:srgbClr val="FFFFFF"/>
                </a:solidFill>
                <a:latin typeface="Neue Machina Ultra-Bold"/>
                <a:ea typeface="Neue Machina Ultra-Bold"/>
                <a:cs typeface="Neue Machina Ultra-Bold"/>
              </a:rPr>
              <a:t>RESEARCH OBJECTIVES</a:t>
            </a:r>
            <a:endParaRPr/>
          </a:p>
        </p:txBody>
      </p:sp>
      <p:sp>
        <p:nvSpPr>
          <p:cNvPr id="639126030" name="TextBox 11"/>
          <p:cNvSpPr txBox="1"/>
          <p:nvPr/>
        </p:nvSpPr>
        <p:spPr bwMode="auto">
          <a:xfrm>
            <a:off x="17242554" y="454406"/>
            <a:ext cx="1028700" cy="530979"/>
          </a:xfrm>
          <a:prstGeom prst="rect">
            <a:avLst/>
          </a:prstGeom>
        </p:spPr>
        <p:txBody>
          <a:bodyPr lIns="0" tIns="0" rIns="0" bIns="0" rtlCol="0" anchor="t">
            <a:spAutoFit/>
          </a:bodyPr>
          <a:lstStyle/>
          <a:p>
            <a:pPr algn="ctr">
              <a:lnSpc>
                <a:spcPts val="4012"/>
              </a:lnSpc>
              <a:defRPr/>
            </a:pPr>
            <a:r>
              <a:rPr lang="en-US" sz="4600" b="1">
                <a:solidFill>
                  <a:srgbClr val="FFFFFF"/>
                </a:solidFill>
                <a:latin typeface="Neue Machina Ultra-Bold"/>
                <a:ea typeface="Neue Machina Ultra-Bold"/>
                <a:cs typeface="Neue Machina Ultra-Bold"/>
              </a:rPr>
              <a:t>5</a:t>
            </a:r>
            <a:endParaRPr/>
          </a:p>
        </p:txBody>
      </p:sp>
      <p:sp>
        <p:nvSpPr>
          <p:cNvPr id="1595169281" name="AutoShape 12"/>
          <p:cNvSpPr/>
          <p:nvPr/>
        </p:nvSpPr>
        <p:spPr bwMode="auto">
          <a:xfrm>
            <a:off x="0" y="9239076"/>
            <a:ext cx="12090583" cy="0"/>
          </a:xfrm>
          <a:prstGeom prst="line">
            <a:avLst/>
          </a:prstGeom>
          <a:ln w="19050" cap="flat">
            <a:solidFill>
              <a:srgbClr val="FFFFFF"/>
            </a:solidFill>
            <a:prstDash val="solid"/>
            <a:headEnd type="none" w="sm" len="sm"/>
            <a:tailEnd type="none" w="sm" len="sm"/>
          </a:ln>
        </p:spPr>
      </p:sp>
      <p:sp>
        <p:nvSpPr>
          <p:cNvPr id="483714738" name=""/>
          <p:cNvSpPr txBox="1"/>
          <p:nvPr/>
        </p:nvSpPr>
        <p:spPr bwMode="auto">
          <a:xfrm rot="0" flipH="0" flipV="0">
            <a:off x="752724" y="2859071"/>
            <a:ext cx="14664511" cy="5029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482137" indent="-482137" algn="just">
              <a:lnSpc>
                <a:spcPct val="150000"/>
              </a:lnSpc>
              <a:buFont typeface="Wingdings"/>
              <a:buChar char="Ø"/>
              <a:defRPr/>
            </a:pPr>
            <a:r>
              <a:rPr sz="3600">
                <a:solidFill>
                  <a:schemeClr val="bg1"/>
                </a:solidFill>
                <a:latin typeface="Arial"/>
                <a:ea typeface="Arial"/>
                <a:cs typeface="Arial"/>
              </a:rPr>
              <a:t>To determine the effect of adaptive questioning on student engagement in online assessments.</a:t>
            </a:r>
            <a:endParaRPr sz="3600">
              <a:solidFill>
                <a:schemeClr val="bg1"/>
              </a:solidFill>
              <a:latin typeface="Arial"/>
              <a:cs typeface="Arial"/>
            </a:endParaRPr>
          </a:p>
          <a:p>
            <a:pPr marL="482137" indent="-482137" algn="just">
              <a:lnSpc>
                <a:spcPct val="150000"/>
              </a:lnSpc>
              <a:buFont typeface="Wingdings"/>
              <a:buChar char="Ø"/>
              <a:defRPr/>
            </a:pPr>
            <a:r>
              <a:rPr sz="3600">
                <a:solidFill>
                  <a:schemeClr val="bg1"/>
                </a:solidFill>
                <a:latin typeface="Arial"/>
                <a:ea typeface="Arial"/>
                <a:cs typeface="Arial"/>
              </a:rPr>
              <a:t>To</a:t>
            </a:r>
            <a:r>
              <a:rPr lang="en-US" sz="3600">
                <a:solidFill>
                  <a:schemeClr val="bg1"/>
                </a:solidFill>
                <a:latin typeface="Arial"/>
                <a:ea typeface="Arial"/>
                <a:cs typeface="Arial"/>
              </a:rPr>
              <a:t> determine</a:t>
            </a:r>
            <a:r>
              <a:rPr sz="3600">
                <a:solidFill>
                  <a:schemeClr val="bg1"/>
                </a:solidFill>
                <a:latin typeface="Arial"/>
                <a:ea typeface="Arial"/>
                <a:cs typeface="Arial"/>
              </a:rPr>
              <a:t> </a:t>
            </a:r>
            <a:r>
              <a:rPr sz="3600">
                <a:solidFill>
                  <a:schemeClr val="bg1"/>
                </a:solidFill>
                <a:latin typeface="Arial"/>
                <a:ea typeface="Arial"/>
                <a:cs typeface="Arial"/>
              </a:rPr>
              <a:t>the impact of suspicious behavior detection on usability and student satisfaction.</a:t>
            </a:r>
            <a:endParaRPr sz="3600">
              <a:solidFill>
                <a:schemeClr val="bg1"/>
              </a:solidFill>
              <a:latin typeface="Arial"/>
              <a:cs typeface="Arial"/>
            </a:endParaRPr>
          </a:p>
          <a:p>
            <a:pPr marL="482137" indent="-482137">
              <a:lnSpc>
                <a:spcPct val="150000"/>
              </a:lnSpc>
              <a:buFont typeface="Wingdings"/>
              <a:buChar char="Ø"/>
              <a:defRPr/>
            </a:pPr>
            <a:r>
              <a:rPr sz="3600">
                <a:solidFill>
                  <a:schemeClr val="bg1"/>
                </a:solidFill>
                <a:latin typeface="Arial"/>
                <a:ea typeface="Arial"/>
                <a:cs typeface="Arial"/>
              </a:rPr>
              <a:t>To</a:t>
            </a:r>
            <a:r>
              <a:rPr sz="3600">
                <a:solidFill>
                  <a:schemeClr val="bg1"/>
                </a:solidFill>
                <a:latin typeface="Arial"/>
                <a:ea typeface="Arial"/>
                <a:cs typeface="Arial"/>
              </a:rPr>
              <a:t> evaluate the effectiveness of the system in maintaining </a:t>
            </a:r>
            <a:r>
              <a:rPr lang="en-US" sz="3600">
                <a:solidFill>
                  <a:schemeClr val="bg1"/>
                </a:solidFill>
                <a:latin typeface="Arial"/>
                <a:ea typeface="Arial"/>
                <a:cs typeface="Arial"/>
              </a:rPr>
              <a:t>fairness in online assessment</a:t>
            </a:r>
            <a:r>
              <a:rPr sz="3600">
                <a:solidFill>
                  <a:schemeClr val="bg1"/>
                </a:solidFill>
                <a:latin typeface="Arial"/>
                <a:ea typeface="Arial"/>
                <a:cs typeface="Arial"/>
              </a:rPr>
              <a:t>.</a:t>
            </a:r>
            <a:endParaRPr sz="3600">
              <a:solidFill>
                <a:schemeClr val="bg1"/>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AE32"/>
        </a:solidFill>
      </p:bgPr>
    </p:bg>
    <p:spTree>
      <p:nvGrpSpPr>
        <p:cNvPr id="1" name=""/>
        <p:cNvGrpSpPr/>
        <p:nvPr/>
      </p:nvGrpSpPr>
      <p:grpSpPr bwMode="auto">
        <a:xfrm>
          <a:off x="0" y="0"/>
          <a:ext cx="0" cy="0"/>
          <a:chOff x="0" y="0"/>
          <a:chExt cx="0" cy="0"/>
        </a:xfrm>
      </p:grpSpPr>
      <p:sp>
        <p:nvSpPr>
          <p:cNvPr id="216127520" name="AutoShape 2"/>
          <p:cNvSpPr/>
          <p:nvPr/>
        </p:nvSpPr>
        <p:spPr bwMode="auto">
          <a:xfrm>
            <a:off x="1453517" y="9239076"/>
            <a:ext cx="15391317" cy="0"/>
          </a:xfrm>
          <a:prstGeom prst="line">
            <a:avLst/>
          </a:prstGeom>
          <a:ln w="19050" cap="flat">
            <a:solidFill>
              <a:srgbClr val="3D5034"/>
            </a:solidFill>
            <a:prstDash val="solid"/>
            <a:headEnd type="none" w="sm" len="sm"/>
            <a:tailEnd type="none" w="sm" len="sm"/>
          </a:ln>
        </p:spPr>
      </p:sp>
      <p:sp>
        <p:nvSpPr>
          <p:cNvPr id="1486286388" name="Freeform 3"/>
          <p:cNvSpPr/>
          <p:nvPr/>
        </p:nvSpPr>
        <p:spPr bwMode="auto">
          <a:xfrm>
            <a:off x="15233134" y="2092452"/>
            <a:ext cx="6109733" cy="6102096"/>
          </a:xfrm>
          <a:custGeom>
            <a:avLst/>
            <a:gdLst/>
            <a:ahLst/>
            <a:cxnLst/>
            <a:rect l="l" t="t" r="r" b="b"/>
            <a:pathLst>
              <a:path w="6109733" h="6102096" fill="norm" stroke="1" extrusionOk="0">
                <a:moveTo>
                  <a:pt x="0" y="0"/>
                </a:moveTo>
                <a:lnTo>
                  <a:pt x="6109732" y="0"/>
                </a:lnTo>
                <a:lnTo>
                  <a:pt x="6109732" y="6102096"/>
                </a:lnTo>
                <a:lnTo>
                  <a:pt x="0" y="6102096"/>
                </a:lnTo>
                <a:lnTo>
                  <a:pt x="0" y="0"/>
                </a:lnTo>
                <a:close/>
              </a:path>
            </a:pathLst>
          </a:custGeom>
          <a:blipFill rotWithShape="1">
            <a:blip r:embed="rId3"/>
            <a:stretch/>
          </a:blipFill>
        </p:spPr>
      </p:sp>
      <p:grpSp>
        <p:nvGrpSpPr>
          <p:cNvPr id="2104691455" name="Group 4"/>
          <p:cNvGrpSpPr/>
          <p:nvPr/>
        </p:nvGrpSpPr>
        <p:grpSpPr bwMode="auto">
          <a:xfrm>
            <a:off x="4587075" y="0"/>
            <a:ext cx="9113849" cy="4457316"/>
            <a:chOff x="0" y="0"/>
            <a:chExt cx="2400355" cy="1173943"/>
          </a:xfrm>
        </p:grpSpPr>
        <p:sp>
          <p:nvSpPr>
            <p:cNvPr id="5" name="Freeform 5"/>
            <p:cNvSpPr/>
            <p:nvPr/>
          </p:nvSpPr>
          <p:spPr bwMode="auto">
            <a:xfrm>
              <a:off x="0" y="0"/>
              <a:ext cx="2400355" cy="1173943"/>
            </a:xfrm>
            <a:custGeom>
              <a:avLst/>
              <a:gdLst/>
              <a:ahLst/>
              <a:cxnLst/>
              <a:rect l="l" t="t" r="r" b="b"/>
              <a:pathLst>
                <a:path w="2400355" h="1173943" fill="norm" stroke="1" extrusionOk="0">
                  <a:moveTo>
                    <a:pt x="0" y="0"/>
                  </a:moveTo>
                  <a:lnTo>
                    <a:pt x="2400355" y="0"/>
                  </a:lnTo>
                  <a:lnTo>
                    <a:pt x="2400355" y="1173943"/>
                  </a:lnTo>
                  <a:lnTo>
                    <a:pt x="0" y="1173943"/>
                  </a:lnTo>
                  <a:close/>
                </a:path>
              </a:pathLst>
            </a:custGeom>
            <a:solidFill>
              <a:srgbClr val="3D5034"/>
            </a:solidFill>
          </p:spPr>
        </p:sp>
        <p:sp>
          <p:nvSpPr>
            <p:cNvPr id="6" name="TextBox 6"/>
            <p:cNvSpPr txBox="1"/>
            <p:nvPr/>
          </p:nvSpPr>
          <p:spPr bwMode="auto">
            <a:xfrm>
              <a:off x="0" y="-28575"/>
              <a:ext cx="2400355" cy="1202518"/>
            </a:xfrm>
            <a:prstGeom prst="rect">
              <a:avLst/>
            </a:prstGeom>
            <a:grpFill/>
          </p:spPr>
          <p:txBody>
            <a:bodyPr lIns="50800" tIns="50800" rIns="50800" bIns="50800" rtlCol="0" anchor="ctr"/>
            <a:lstStyle/>
            <a:p>
              <a:pPr algn="ctr">
                <a:lnSpc>
                  <a:spcPts val="2659"/>
                </a:lnSpc>
                <a:defRPr/>
              </a:pPr>
              <a:endParaRPr/>
            </a:p>
          </p:txBody>
        </p:sp>
      </p:grpSp>
      <p:sp>
        <p:nvSpPr>
          <p:cNvPr id="1278517472" name="Freeform 7"/>
          <p:cNvSpPr/>
          <p:nvPr/>
        </p:nvSpPr>
        <p:spPr bwMode="auto">
          <a:xfrm>
            <a:off x="-3057170" y="2227084"/>
            <a:ext cx="6109733" cy="6102096"/>
          </a:xfrm>
          <a:custGeom>
            <a:avLst/>
            <a:gdLst/>
            <a:ahLst/>
            <a:cxnLst/>
            <a:rect l="l" t="t" r="r" b="b"/>
            <a:pathLst>
              <a:path w="6109733" h="6102096" fill="norm" stroke="1" extrusionOk="0">
                <a:moveTo>
                  <a:pt x="0" y="0"/>
                </a:moveTo>
                <a:lnTo>
                  <a:pt x="6109733" y="0"/>
                </a:lnTo>
                <a:lnTo>
                  <a:pt x="6109733" y="6102095"/>
                </a:lnTo>
                <a:lnTo>
                  <a:pt x="0" y="6102095"/>
                </a:lnTo>
                <a:lnTo>
                  <a:pt x="0" y="0"/>
                </a:lnTo>
                <a:close/>
              </a:path>
            </a:pathLst>
          </a:custGeom>
          <a:blipFill rotWithShape="1">
            <a:blip r:embed="rId3"/>
            <a:stretch/>
          </a:blipFill>
        </p:spPr>
      </p:sp>
      <p:sp>
        <p:nvSpPr>
          <p:cNvPr id="734216679" name="TextBox 9"/>
          <p:cNvSpPr txBox="1"/>
          <p:nvPr/>
        </p:nvSpPr>
        <p:spPr bwMode="auto">
          <a:xfrm>
            <a:off x="4334169" y="2465079"/>
            <a:ext cx="9619662" cy="1637782"/>
          </a:xfrm>
          <a:prstGeom prst="rect">
            <a:avLst/>
          </a:prstGeom>
        </p:spPr>
        <p:txBody>
          <a:bodyPr lIns="0" tIns="0" rIns="0" bIns="0" rtlCol="0" anchor="t">
            <a:spAutoFit/>
          </a:bodyPr>
          <a:lstStyle/>
          <a:p>
            <a:pPr algn="ctr">
              <a:lnSpc>
                <a:spcPts val="13350"/>
              </a:lnSpc>
              <a:defRPr/>
            </a:pPr>
            <a:r>
              <a:rPr lang="en-US" sz="9550" b="1">
                <a:solidFill>
                  <a:srgbClr val="FFFFFF"/>
                </a:solidFill>
                <a:latin typeface="Neue Machina Ultra-Bold"/>
                <a:ea typeface="Neue Machina Ultra-Bold"/>
                <a:cs typeface="Neue Machina Ultra-Bold"/>
              </a:rPr>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Yellow Clean Minimalist Thesis Defense Presentation</dc:title>
  <dc:creator>Kenu</dc:creator>
  <dc:identifier>DAG7KrpKLr4</dc:identifier>
  <cp:lastModifiedBy/>
  <cp:revision>12</cp:revision>
  <dcterms:created xsi:type="dcterms:W3CDTF">2006-08-16T00:00:00Z</dcterms:created>
  <dcterms:modified xsi:type="dcterms:W3CDTF">2026-02-26T22:21:44Z</dcterms:modified>
</cp:coreProperties>
</file>